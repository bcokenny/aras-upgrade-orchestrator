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0" r:id="rId4"/>
    <p:sldId id="261" r:id="rId5"/>
    <p:sldId id="257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CC708-2F02-413E-AFA0-7711D2ED5A93}" v="3" dt="2026-09-07T04:14:37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g kenny" userId="009b9749383348ef" providerId="LiveId" clId="{D5DCE87C-9EA8-46A1-BB40-9080FCF62697}"/>
    <pc:docChg chg="undo custSel addSld modSld sldOrd">
      <pc:chgData name="chang kenny" userId="009b9749383348ef" providerId="LiveId" clId="{D5DCE87C-9EA8-46A1-BB40-9080FCF62697}" dt="2026-09-07T04:17:22.851" v="89"/>
      <pc:docMkLst>
        <pc:docMk/>
      </pc:docMkLst>
      <pc:sldChg chg="modSp mod">
        <pc:chgData name="chang kenny" userId="009b9749383348ef" providerId="LiveId" clId="{D5DCE87C-9EA8-46A1-BB40-9080FCF62697}" dt="2026-09-07T04:08:48.230" v="17" actId="1076"/>
        <pc:sldMkLst>
          <pc:docMk/>
          <pc:sldMk cId="580241789" sldId="257"/>
        </pc:sldMkLst>
        <pc:spChg chg="mod">
          <ac:chgData name="chang kenny" userId="009b9749383348ef" providerId="LiveId" clId="{D5DCE87C-9EA8-46A1-BB40-9080FCF62697}" dt="2026-09-07T04:08:48.230" v="17" actId="1076"/>
          <ac:spMkLst>
            <pc:docMk/>
            <pc:sldMk cId="580241789" sldId="257"/>
            <ac:spMk id="3" creationId="{5CB92230-2A8A-4137-A59B-2FBFF39DBF0D}"/>
          </ac:spMkLst>
        </pc:spChg>
        <pc:spChg chg="mod">
          <ac:chgData name="chang kenny" userId="009b9749383348ef" providerId="LiveId" clId="{D5DCE87C-9EA8-46A1-BB40-9080FCF62697}" dt="2026-09-07T04:08:32.624" v="16" actId="14100"/>
          <ac:spMkLst>
            <pc:docMk/>
            <pc:sldMk cId="580241789" sldId="257"/>
            <ac:spMk id="9" creationId="{6CDE3B94-1274-4E48-8F5E-90FFCE7A1747}"/>
          </ac:spMkLst>
        </pc:spChg>
        <pc:spChg chg="mod">
          <ac:chgData name="chang kenny" userId="009b9749383348ef" providerId="LiveId" clId="{D5DCE87C-9EA8-46A1-BB40-9080FCF62697}" dt="2026-09-07T04:08:24.014" v="15" actId="1076"/>
          <ac:spMkLst>
            <pc:docMk/>
            <pc:sldMk cId="580241789" sldId="257"/>
            <ac:spMk id="10" creationId="{85D534AC-E955-4EA9-A22F-A6DA62F2149C}"/>
          </ac:spMkLst>
        </pc:spChg>
        <pc:spChg chg="mod">
          <ac:chgData name="chang kenny" userId="009b9749383348ef" providerId="LiveId" clId="{D5DCE87C-9EA8-46A1-BB40-9080FCF62697}" dt="2026-09-07T04:07:38.089" v="9" actId="14100"/>
          <ac:spMkLst>
            <pc:docMk/>
            <pc:sldMk cId="580241789" sldId="257"/>
            <ac:spMk id="22" creationId="{22E309B4-90F3-400C-9041-D5AE7C1C9DFF}"/>
          </ac:spMkLst>
        </pc:spChg>
        <pc:spChg chg="mod">
          <ac:chgData name="chang kenny" userId="009b9749383348ef" providerId="LiveId" clId="{D5DCE87C-9EA8-46A1-BB40-9080FCF62697}" dt="2026-09-07T04:07:43.037" v="10" actId="14100"/>
          <ac:spMkLst>
            <pc:docMk/>
            <pc:sldMk cId="580241789" sldId="257"/>
            <ac:spMk id="24" creationId="{8952A85A-E9EF-4BEE-AFAC-26BD1DB94172}"/>
          </ac:spMkLst>
        </pc:spChg>
        <pc:spChg chg="mod">
          <ac:chgData name="chang kenny" userId="009b9749383348ef" providerId="LiveId" clId="{D5DCE87C-9EA8-46A1-BB40-9080FCF62697}" dt="2026-09-07T04:07:49.957" v="11" actId="14100"/>
          <ac:spMkLst>
            <pc:docMk/>
            <pc:sldMk cId="580241789" sldId="257"/>
            <ac:spMk id="26" creationId="{68AA81C8-72B4-4641-BDE0-CFCE1B3093AC}"/>
          </ac:spMkLst>
        </pc:spChg>
      </pc:sldChg>
      <pc:sldChg chg="ord">
        <pc:chgData name="chang kenny" userId="009b9749383348ef" providerId="LiveId" clId="{D5DCE87C-9EA8-46A1-BB40-9080FCF62697}" dt="2026-09-07T04:17:22.851" v="89"/>
        <pc:sldMkLst>
          <pc:docMk/>
          <pc:sldMk cId="315948864" sldId="258"/>
        </pc:sldMkLst>
      </pc:sldChg>
      <pc:sldChg chg="modSp mod">
        <pc:chgData name="chang kenny" userId="009b9749383348ef" providerId="LiveId" clId="{D5DCE87C-9EA8-46A1-BB40-9080FCF62697}" dt="2026-09-07T04:06:42.702" v="8" actId="14100"/>
        <pc:sldMkLst>
          <pc:docMk/>
          <pc:sldMk cId="1816769207" sldId="259"/>
        </pc:sldMkLst>
        <pc:spChg chg="mod">
          <ac:chgData name="chang kenny" userId="009b9749383348ef" providerId="LiveId" clId="{D5DCE87C-9EA8-46A1-BB40-9080FCF62697}" dt="2026-09-07T04:06:25.127" v="3" actId="14100"/>
          <ac:spMkLst>
            <pc:docMk/>
            <pc:sldMk cId="1816769207" sldId="259"/>
            <ac:spMk id="3" creationId="{8EE59B43-E193-460C-805F-0E9766AA1E5F}"/>
          </ac:spMkLst>
        </pc:spChg>
        <pc:spChg chg="mod">
          <ac:chgData name="chang kenny" userId="009b9749383348ef" providerId="LiveId" clId="{D5DCE87C-9EA8-46A1-BB40-9080FCF62697}" dt="2026-09-07T04:06:22.610" v="2" actId="14100"/>
          <ac:spMkLst>
            <pc:docMk/>
            <pc:sldMk cId="1816769207" sldId="259"/>
            <ac:spMk id="7" creationId="{69224E14-1C12-43F3-B5C7-2ABBD04CFF22}"/>
          </ac:spMkLst>
        </pc:spChg>
        <pc:spChg chg="mod">
          <ac:chgData name="chang kenny" userId="009b9749383348ef" providerId="LiveId" clId="{D5DCE87C-9EA8-46A1-BB40-9080FCF62697}" dt="2026-09-07T04:06:18.424" v="1" actId="14100"/>
          <ac:spMkLst>
            <pc:docMk/>
            <pc:sldMk cId="1816769207" sldId="259"/>
            <ac:spMk id="11" creationId="{84D51919-2F6E-4FB7-B9F7-CBC4E8EC4458}"/>
          </ac:spMkLst>
        </pc:spChg>
        <pc:spChg chg="mod">
          <ac:chgData name="chang kenny" userId="009b9749383348ef" providerId="LiveId" clId="{D5DCE87C-9EA8-46A1-BB40-9080FCF62697}" dt="2026-09-07T04:06:29.741" v="4" actId="14100"/>
          <ac:spMkLst>
            <pc:docMk/>
            <pc:sldMk cId="1816769207" sldId="259"/>
            <ac:spMk id="15" creationId="{39550702-BEEA-4435-83B8-A8BB3C5DB21A}"/>
          </ac:spMkLst>
        </pc:spChg>
        <pc:spChg chg="mod">
          <ac:chgData name="chang kenny" userId="009b9749383348ef" providerId="LiveId" clId="{D5DCE87C-9EA8-46A1-BB40-9080FCF62697}" dt="2026-09-07T04:06:31.677" v="5" actId="14100"/>
          <ac:spMkLst>
            <pc:docMk/>
            <pc:sldMk cId="1816769207" sldId="259"/>
            <ac:spMk id="19" creationId="{11B94741-A489-4218-8818-B7EC5830B558}"/>
          </ac:spMkLst>
        </pc:spChg>
        <pc:spChg chg="mod">
          <ac:chgData name="chang kenny" userId="009b9749383348ef" providerId="LiveId" clId="{D5DCE87C-9EA8-46A1-BB40-9080FCF62697}" dt="2026-09-07T04:06:34.315" v="6" actId="14100"/>
          <ac:spMkLst>
            <pc:docMk/>
            <pc:sldMk cId="1816769207" sldId="259"/>
            <ac:spMk id="23" creationId="{67C9CA93-95B6-4A08-BF4E-1838EA5CF505}"/>
          </ac:spMkLst>
        </pc:spChg>
        <pc:spChg chg="mod">
          <ac:chgData name="chang kenny" userId="009b9749383348ef" providerId="LiveId" clId="{D5DCE87C-9EA8-46A1-BB40-9080FCF62697}" dt="2026-09-07T04:06:40.409" v="7" actId="14100"/>
          <ac:spMkLst>
            <pc:docMk/>
            <pc:sldMk cId="1816769207" sldId="259"/>
            <ac:spMk id="27" creationId="{CBAA4AF7-8239-4150-ACC6-6B057815C8CC}"/>
          </ac:spMkLst>
        </pc:spChg>
        <pc:spChg chg="mod">
          <ac:chgData name="chang kenny" userId="009b9749383348ef" providerId="LiveId" clId="{D5DCE87C-9EA8-46A1-BB40-9080FCF62697}" dt="2026-09-07T04:06:42.702" v="8" actId="14100"/>
          <ac:spMkLst>
            <pc:docMk/>
            <pc:sldMk cId="1816769207" sldId="259"/>
            <ac:spMk id="31" creationId="{90F89F36-7ED7-4548-BF62-E21DA4C2A67E}"/>
          </ac:spMkLst>
        </pc:spChg>
      </pc:sldChg>
      <pc:sldChg chg="ord">
        <pc:chgData name="chang kenny" userId="009b9749383348ef" providerId="LiveId" clId="{D5DCE87C-9EA8-46A1-BB40-9080FCF62697}" dt="2026-09-07T04:10:04.018" v="19"/>
        <pc:sldMkLst>
          <pc:docMk/>
          <pc:sldMk cId="2099877511" sldId="261"/>
        </pc:sldMkLst>
      </pc:sldChg>
      <pc:sldChg chg="addSp delSp modSp add mod ord setBg">
        <pc:chgData name="chang kenny" userId="009b9749383348ef" providerId="LiveId" clId="{D5DCE87C-9EA8-46A1-BB40-9080FCF62697}" dt="2026-09-07T04:15:51.288" v="87"/>
        <pc:sldMkLst>
          <pc:docMk/>
          <pc:sldMk cId="1228062521" sldId="270"/>
        </pc:sldMkLst>
        <pc:spChg chg="del">
          <ac:chgData name="chang kenny" userId="009b9749383348ef" providerId="LiveId" clId="{D5DCE87C-9EA8-46A1-BB40-9080FCF62697}" dt="2026-09-07T04:13:46.062" v="55" actId="21"/>
          <ac:spMkLst>
            <pc:docMk/>
            <pc:sldMk cId="1228062521" sldId="270"/>
            <ac:spMk id="2" creationId="{76E8519F-8B16-EF77-B76D-5BAA5B3FE971}"/>
          </ac:spMkLst>
        </pc:spChg>
        <pc:spChg chg="mod">
          <ac:chgData name="chang kenny" userId="009b9749383348ef" providerId="LiveId" clId="{D5DCE87C-9EA8-46A1-BB40-9080FCF62697}" dt="2026-09-07T04:15:37.538" v="85" actId="14100"/>
          <ac:spMkLst>
            <pc:docMk/>
            <pc:sldMk cId="1228062521" sldId="270"/>
            <ac:spMk id="3" creationId="{2A0EF391-45DD-0DF8-45CC-488371E0C826}"/>
          </ac:spMkLst>
        </pc:spChg>
        <pc:spChg chg="mod">
          <ac:chgData name="chang kenny" userId="009b9749383348ef" providerId="LiveId" clId="{D5DCE87C-9EA8-46A1-BB40-9080FCF62697}" dt="2026-09-07T04:11:53.716" v="21" actId="20577"/>
          <ac:spMkLst>
            <pc:docMk/>
            <pc:sldMk cId="1228062521" sldId="270"/>
            <ac:spMk id="4" creationId="{F597968E-659E-18FB-9259-4619F2FA1758}"/>
          </ac:spMkLst>
        </pc:spChg>
        <pc:spChg chg="mod">
          <ac:chgData name="chang kenny" userId="009b9749383348ef" providerId="LiveId" clId="{D5DCE87C-9EA8-46A1-BB40-9080FCF62697}" dt="2026-09-07T04:11:55.564" v="28" actId="20577"/>
          <ac:spMkLst>
            <pc:docMk/>
            <pc:sldMk cId="1228062521" sldId="270"/>
            <ac:spMk id="5" creationId="{D6F0FD09-7BC5-69A3-4B88-5D462FE2FBBE}"/>
          </ac:spMkLst>
        </pc:spChg>
        <pc:spChg chg="mod">
          <ac:chgData name="chang kenny" userId="009b9749383348ef" providerId="LiveId" clId="{D5DCE87C-9EA8-46A1-BB40-9080FCF62697}" dt="2026-09-07T04:11:58.931" v="29" actId="20577"/>
          <ac:spMkLst>
            <pc:docMk/>
            <pc:sldMk cId="1228062521" sldId="270"/>
            <ac:spMk id="6" creationId="{E27DAB3C-CD41-A849-D694-4AF4488F1264}"/>
          </ac:spMkLst>
        </pc:spChg>
        <pc:spChg chg="del">
          <ac:chgData name="chang kenny" userId="009b9749383348ef" providerId="LiveId" clId="{D5DCE87C-9EA8-46A1-BB40-9080FCF62697}" dt="2026-09-07T04:12:07.716" v="32" actId="21"/>
          <ac:spMkLst>
            <pc:docMk/>
            <pc:sldMk cId="1228062521" sldId="270"/>
            <ac:spMk id="7" creationId="{498E30ED-99E7-4D4A-6DFD-BDCA28D88E3E}"/>
          </ac:spMkLst>
        </pc:spChg>
        <pc:spChg chg="del">
          <ac:chgData name="chang kenny" userId="009b9749383348ef" providerId="LiveId" clId="{D5DCE87C-9EA8-46A1-BB40-9080FCF62697}" dt="2026-09-07T04:12:33.085" v="36" actId="21"/>
          <ac:spMkLst>
            <pc:docMk/>
            <pc:sldMk cId="1228062521" sldId="270"/>
            <ac:spMk id="8" creationId="{AD6DB8AC-E1E5-EA2F-33ED-FC03E78CCA04}"/>
          </ac:spMkLst>
        </pc:spChg>
        <pc:spChg chg="del">
          <ac:chgData name="chang kenny" userId="009b9749383348ef" providerId="LiveId" clId="{D5DCE87C-9EA8-46A1-BB40-9080FCF62697}" dt="2026-09-07T04:12:20.143" v="33" actId="21"/>
          <ac:spMkLst>
            <pc:docMk/>
            <pc:sldMk cId="1228062521" sldId="270"/>
            <ac:spMk id="9" creationId="{2A07EEE4-6611-B78D-0779-2309C6132353}"/>
          </ac:spMkLst>
        </pc:spChg>
        <pc:spChg chg="del">
          <ac:chgData name="chang kenny" userId="009b9749383348ef" providerId="LiveId" clId="{D5DCE87C-9EA8-46A1-BB40-9080FCF62697}" dt="2026-09-07T04:12:30.449" v="35" actId="21"/>
          <ac:spMkLst>
            <pc:docMk/>
            <pc:sldMk cId="1228062521" sldId="270"/>
            <ac:spMk id="10" creationId="{5F94A20A-30A9-6DEE-EB0D-87DC9ADF2B6D}"/>
          </ac:spMkLst>
        </pc:spChg>
        <pc:spChg chg="del">
          <ac:chgData name="chang kenny" userId="009b9749383348ef" providerId="LiveId" clId="{D5DCE87C-9EA8-46A1-BB40-9080FCF62697}" dt="2026-09-07T04:12:35.050" v="37" actId="21"/>
          <ac:spMkLst>
            <pc:docMk/>
            <pc:sldMk cId="1228062521" sldId="270"/>
            <ac:spMk id="11" creationId="{19FF0B0F-458D-66EC-9179-C8E1F8027B9F}"/>
          </ac:spMkLst>
        </pc:spChg>
        <pc:spChg chg="del">
          <ac:chgData name="chang kenny" userId="009b9749383348ef" providerId="LiveId" clId="{D5DCE87C-9EA8-46A1-BB40-9080FCF62697}" dt="2026-09-07T04:12:42.736" v="38" actId="21"/>
          <ac:spMkLst>
            <pc:docMk/>
            <pc:sldMk cId="1228062521" sldId="270"/>
            <ac:spMk id="12" creationId="{CCDB72A1-74BD-3CB8-DA61-A69620DA484E}"/>
          </ac:spMkLst>
        </pc:spChg>
        <pc:spChg chg="del">
          <ac:chgData name="chang kenny" userId="009b9749383348ef" providerId="LiveId" clId="{D5DCE87C-9EA8-46A1-BB40-9080FCF62697}" dt="2026-09-07T04:12:46.353" v="39" actId="21"/>
          <ac:spMkLst>
            <pc:docMk/>
            <pc:sldMk cId="1228062521" sldId="270"/>
            <ac:spMk id="13" creationId="{316CCEB3-0340-BD56-9E45-93091929D76E}"/>
          </ac:spMkLst>
        </pc:spChg>
        <pc:spChg chg="del">
          <ac:chgData name="chang kenny" userId="009b9749383348ef" providerId="LiveId" clId="{D5DCE87C-9EA8-46A1-BB40-9080FCF62697}" dt="2026-09-07T04:12:52.300" v="40" actId="21"/>
          <ac:spMkLst>
            <pc:docMk/>
            <pc:sldMk cId="1228062521" sldId="270"/>
            <ac:spMk id="14" creationId="{A5CB5847-C7E6-905D-DBA7-60208ACE33D4}"/>
          </ac:spMkLst>
        </pc:spChg>
        <pc:spChg chg="del mod">
          <ac:chgData name="chang kenny" userId="009b9749383348ef" providerId="LiveId" clId="{D5DCE87C-9EA8-46A1-BB40-9080FCF62697}" dt="2026-09-07T04:15:01.740" v="76" actId="21"/>
          <ac:spMkLst>
            <pc:docMk/>
            <pc:sldMk cId="1228062521" sldId="270"/>
            <ac:spMk id="15" creationId="{EEE86D40-E88C-426C-1418-EFACEEFEEF97}"/>
          </ac:spMkLst>
        </pc:spChg>
        <pc:spChg chg="add del mod">
          <ac:chgData name="chang kenny" userId="009b9749383348ef" providerId="LiveId" clId="{D5DCE87C-9EA8-46A1-BB40-9080FCF62697}" dt="2026-09-07T04:15:05.725" v="77" actId="21"/>
          <ac:spMkLst>
            <pc:docMk/>
            <pc:sldMk cId="1228062521" sldId="270"/>
            <ac:spMk id="16" creationId="{2B70CBA1-C45B-5678-04A0-5C492E89DAFC}"/>
          </ac:spMkLst>
        </pc:spChg>
        <pc:spChg chg="mod">
          <ac:chgData name="chang kenny" userId="009b9749383348ef" providerId="LiveId" clId="{D5DCE87C-9EA8-46A1-BB40-9080FCF62697}" dt="2026-09-07T04:14:49.648" v="75" actId="20577"/>
          <ac:spMkLst>
            <pc:docMk/>
            <pc:sldMk cId="1228062521" sldId="270"/>
            <ac:spMk id="18" creationId="{EC2C2469-0F15-AD30-9856-567D8E48BD0C}"/>
          </ac:spMkLst>
        </pc:spChg>
        <pc:picChg chg="add mod">
          <ac:chgData name="chang kenny" userId="009b9749383348ef" providerId="LiveId" clId="{D5DCE87C-9EA8-46A1-BB40-9080FCF62697}" dt="2026-09-07T04:15:27.460" v="82" actId="14100"/>
          <ac:picMkLst>
            <pc:docMk/>
            <pc:sldMk cId="1228062521" sldId="270"/>
            <ac:picMk id="19" creationId="{A975C2B3-11B8-108B-3A07-5FCFED3D854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本簡報依需求訪談內容、Core Tree 程序文件與芯洲案件正式產出整理。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來源：使用者提供的需求訪談大綱。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18DA-FE02-21CB-B162-71D97F87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18233-A21F-0050-CD2C-6CA777071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FDCB5-6CBB-5491-46FA-2867640D2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A：377 個自動分類檔案，加上 1 個人工 review 決策為 A；B：15×2；C：18×3；總數 462。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7DF7A-9E37-9200-A2A3-7038F97A72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9171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A：377 個自動分類檔案，加上 1 個人工 review 決策為 A；B：15×2；C：18×3；總數 462。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架構依使用者提供之流程圖與專案 ADR 0004：Core Tree 與 Package／DB 跳點分離。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來源：docs/operations/core-tree/procedure-map.md。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來源：芯洲案件正式 CLI 執行結果。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來源：docs/operations/core-tree/procedure-map.md。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5B9D354-9538-4D27-8BE0-89E61AA373E2}"/>
              </a:ext>
            </a:extLst>
          </p:cNvPr>
          <p:cNvSpPr>
            <a:spLocks noGrp="1"/>
          </p:cNvSpPr>
          <p:nvPr/>
        </p:nvSpPr>
        <p:spPr>
          <a:xfrm>
            <a:off x="666750" y="895350"/>
            <a:ext cx="95250" cy="2686050"/>
          </a:xfrm>
          <a:prstGeom prst="rect">
            <a:avLst/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AA4922-64CE-4947-9CC5-34A44647C501}"/>
              </a:ext>
            </a:extLst>
          </p:cNvPr>
          <p:cNvSpPr>
            <a:spLocks noGrp="1"/>
          </p:cNvSpPr>
          <p:nvPr/>
        </p:nvSpPr>
        <p:spPr>
          <a:xfrm>
            <a:off x="1047750" y="1181100"/>
            <a:ext cx="8572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階段性開發成果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2A0477-E98F-4146-8BA4-469BA3245A0F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9144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rPr>
              <a:t>客戶環境升級與 Core Tree 整合交付流程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6F8705-E666-4358-9CF1-CA2362AC002D}"/>
              </a:ext>
            </a:extLst>
          </p:cNvPr>
          <p:cNvSpPr>
            <a:spLocks noGrp="1"/>
          </p:cNvSpPr>
          <p:nvPr/>
        </p:nvSpPr>
        <p:spPr>
          <a:xfrm>
            <a:off x="1066800" y="3000375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dirty="0" err="1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芯洲</a:t>
            </a:r>
            <a:r>
              <a:rPr sz="1650" b="0" dirty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  |  11.0 SP9 → R38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B4194A-880C-4F94-8D26-36D04979F603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報告人：BCO\Kenny、Benjamin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5FD7F5-8CF7-4723-A071-7C47AC741FC0}"/>
              </a:ext>
            </a:extLst>
          </p:cNvPr>
          <p:cNvSpPr>
            <a:spLocks noGrp="1"/>
          </p:cNvSpPr>
          <p:nvPr/>
        </p:nvSpPr>
        <p:spPr>
          <a:xfrm>
            <a:off x="1066800" y="57721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282038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78128E1-63AA-4CFA-8CF4-62782D1869F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需求訪談形成的規格範圍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69F07B-7B71-4D27-94A2-36F170ECD6AF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標準化從來源版本到 R38 的升級、比較與最終交付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014AFF4-D8C4-4363-B809-7CBAB17EB324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5143500" cy="4095750"/>
          </a:xfrm>
          <a:prstGeom prst="roundRect">
            <a:avLst>
              <a:gd name="adj" fmla="val 1860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C8F78-FB5E-4BCF-A156-E16DB4312064}"/>
              </a:ext>
            </a:extLst>
          </p:cNvPr>
          <p:cNvSpPr>
            <a:spLocks noGrp="1"/>
          </p:cNvSpPr>
          <p:nvPr/>
        </p:nvSpPr>
        <p:spPr>
          <a:xfrm>
            <a:off x="895350" y="16002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規格重點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77F7EF-E31D-4B28-8206-9701CBD60ACF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3B9AD1-069A-4317-81F8-39F5B6CFC73C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來源版本、目標版本與必要跳點可追溯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E79EBD-0A1E-4189-8E6B-5F8BA8FAB96B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6BA600-9449-4AFF-8879-C47A8351610C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每一跳先完成 Package 產生、驗證與核准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2D76D4-8D94-4E9C-9A72-B9CAA167F875}"/>
              </a:ext>
            </a:extLst>
          </p:cNvPr>
          <p:cNvSpPr>
            <a:spLocks noGrp="1"/>
          </p:cNvSpPr>
          <p:nvPr/>
        </p:nvSpPr>
        <p:spPr>
          <a:xfrm>
            <a:off x="895350" y="34480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430E04-19D3-4A51-A26D-4D4189742A23}"/>
              </a:ext>
            </a:extLst>
          </p:cNvPr>
          <p:cNvSpPr>
            <a:spLocks noGrp="1"/>
          </p:cNvSpPr>
          <p:nvPr/>
        </p:nvSpPr>
        <p:spPr>
          <a:xfrm>
            <a:off x="1143000" y="344805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跳點依版本順序執行，不可跨越或倒置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EA1AD2-D375-4BE7-B469-5843383C1EA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BCAF9D-C25F-423F-A3B4-D7B5AE965FB5}"/>
              </a:ext>
            </a:extLst>
          </p:cNvPr>
          <p:cNvSpPr>
            <a:spLocks noGrp="1"/>
          </p:cNvSpPr>
          <p:nvPr/>
        </p:nvSpPr>
        <p:spPr>
          <a:xfrm>
            <a:off x="1143000" y="4076700"/>
            <a:ext cx="42291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最終交付同時具備已驗證 R38 DB 與 R38 Core Tree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95F9129-AEF1-4DFC-BE77-ACCB562DDB48}"/>
              </a:ext>
            </a:extLst>
          </p:cNvPr>
          <p:cNvSpPr>
            <a:spLocks noGrp="1"/>
          </p:cNvSpPr>
          <p:nvPr/>
        </p:nvSpPr>
        <p:spPr>
          <a:xfrm>
            <a:off x="6191250" y="1333500"/>
            <a:ext cx="5381625" cy="4095750"/>
          </a:xfrm>
          <a:prstGeom prst="roundRect">
            <a:avLst>
              <a:gd name="adj" fmla="val 1860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E3A56A-E7E4-4364-A1C8-0C6057E7ED1B}"/>
              </a:ext>
            </a:extLst>
          </p:cNvPr>
          <p:cNvSpPr>
            <a:spLocks noGrp="1"/>
          </p:cNvSpPr>
          <p:nvPr/>
        </p:nvSpPr>
        <p:spPr>
          <a:xfrm>
            <a:off x="6477000" y="16002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關卡與產出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F37CFB-C1AE-430F-B912-ECD00594B1C7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7DB49E-C8D9-4224-A278-AEAC27B3539F}"/>
              </a:ext>
            </a:extLst>
          </p:cNvPr>
          <p:cNvSpPr>
            <a:spLocks noGrp="1"/>
          </p:cNvSpPr>
          <p:nvPr/>
        </p:nvSpPr>
        <p:spPr>
          <a:xfrm>
            <a:off x="6724650" y="2190750"/>
            <a:ext cx="4419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跳點執行紀錄、登入驗證與 DB 備份證據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5CB9F7-140E-4863-9C29-94B2FEBF13FE}"/>
              </a:ext>
            </a:extLst>
          </p:cNvPr>
          <p:cNvSpPr>
            <a:spLocks noGrp="1"/>
          </p:cNvSpPr>
          <p:nvPr/>
        </p:nvSpPr>
        <p:spPr>
          <a:xfrm>
            <a:off x="6477000" y="29337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C63F9-795B-4C6A-8BC5-B458705D97CB}"/>
              </a:ext>
            </a:extLst>
          </p:cNvPr>
          <p:cNvSpPr>
            <a:spLocks noGrp="1"/>
          </p:cNvSpPr>
          <p:nvPr/>
        </p:nvSpPr>
        <p:spPr>
          <a:xfrm>
            <a:off x="6724650" y="2933700"/>
            <a:ext cx="4419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差異檢查、人工確認與 A／B／C 交付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B08BBD1-A10B-4F0F-8CFB-0ED5DCDB55DC}"/>
              </a:ext>
            </a:extLst>
          </p:cNvPr>
          <p:cNvSpPr>
            <a:spLocks noGrp="1"/>
          </p:cNvSpPr>
          <p:nvPr/>
        </p:nvSpPr>
        <p:spPr>
          <a:xfrm>
            <a:off x="6477000" y="36766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25E540-48E3-45BC-99CD-DD686A545221}"/>
              </a:ext>
            </a:extLst>
          </p:cNvPr>
          <p:cNvSpPr>
            <a:spLocks noGrp="1"/>
          </p:cNvSpPr>
          <p:nvPr/>
        </p:nvSpPr>
        <p:spPr>
          <a:xfrm>
            <a:off x="6724650" y="3676650"/>
            <a:ext cx="4419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最終交付摘要、checksum 與例外處理紀錄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8481FD-9C7F-484A-91C9-9A77A5976969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3/14</a:t>
            </a:r>
          </a:p>
        </p:txBody>
      </p:sp>
    </p:spTree>
    <p:extLst>
      <p:ext uri="{BB962C8B-B14F-4D97-AF65-F5344CB8AC3E}">
        <p14:creationId xmlns:p14="http://schemas.microsoft.com/office/powerpoint/2010/main" val="31594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21874-A2F0-0842-BBEF-BA446CC9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C2C2469-0F15-AD30-9856-567D8E48BD0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2550" b="1" dirty="0">
                <a:solidFill>
                  <a:srgbClr val="123047"/>
                </a:solidFill>
                <a:latin typeface="Microsoft JhengHei"/>
              </a:rPr>
              <a:t>客戶環境升級交付流程</a:t>
            </a:r>
            <a:endParaRPr sz="2550" b="1" dirty="0">
              <a:solidFill>
                <a:srgbClr val="12304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A0EF391-45DD-0DF8-45CC-488371E0C826}"/>
              </a:ext>
            </a:extLst>
          </p:cNvPr>
          <p:cNvSpPr>
            <a:spLocks noGrp="1"/>
          </p:cNvSpPr>
          <p:nvPr/>
        </p:nvSpPr>
        <p:spPr>
          <a:xfrm>
            <a:off x="685801" y="848518"/>
            <a:ext cx="8624454" cy="5580064"/>
          </a:xfrm>
          <a:prstGeom prst="roundRect">
            <a:avLst>
              <a:gd name="adj" fmla="val 2581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97968E-659E-18FB-9259-4619F2FA1758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endParaRPr sz="1875" b="1" dirty="0">
              <a:solidFill>
                <a:srgbClr val="2B6F9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F0FD09-7BC5-69A3-4B88-5D462FE2FBBE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endParaRPr sz="2700" b="1" dirty="0">
              <a:solidFill>
                <a:srgbClr val="20313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7DAB3C-CD41-A849-D694-4AF4488F1264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endParaRPr sz="1350" b="0" dirty="0">
              <a:solidFill>
                <a:srgbClr val="20313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E9BCFE-B0BC-5331-09E8-D251F40008EF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6/14</a:t>
            </a:r>
          </a:p>
        </p:txBody>
      </p:sp>
      <p:pic>
        <p:nvPicPr>
          <p:cNvPr id="19" name="圖片 18" descr="使用者附件">
            <a:extLst>
              <a:ext uri="{FF2B5EF4-FFF2-40B4-BE49-F238E27FC236}">
                <a16:creationId xmlns:a16="http://schemas.microsoft.com/office/drawing/2014/main" id="{A975C2B3-11B8-108B-3A07-5FCFED3D8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903" y="996533"/>
            <a:ext cx="7150824" cy="533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6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9C51AF0-A4B3-417C-A0BA-A5701710196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A／B／C delivery 的交付內容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3773D6-21A3-4792-8FE5-932378B178A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交付目錄保留來源檔案 bytes 與 SHA-256，主管可直接檢視交付規模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3DDCDAD-C33C-48E4-96E4-CE52A9ACAFAA}"/>
              </a:ext>
            </a:extLst>
          </p:cNvPr>
          <p:cNvSpPr>
            <a:spLocks noGrp="1"/>
          </p:cNvSpPr>
          <p:nvPr/>
        </p:nvSpPr>
        <p:spPr>
          <a:xfrm>
            <a:off x="647700" y="1666875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7B7735-7EDD-414A-BECC-72D36F62DD78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A 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7650A7-520B-4B18-8D07-F0319D6C3A73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378 個檔案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22A86-061D-44C1-A80A-42FACA4E923F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客戶新增檔案</a:t>
            </a:r>
          </a:p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AC44750-CE4C-4FE6-A9AA-A4A2D99096A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FFF8EA"/>
          </a:solidFill>
          <a:ln w="0">
            <a:solidFill>
              <a:srgbClr val="FFF8E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5410A8-9BE7-4E44-96EA-645347ABA9C6}"/>
              </a:ext>
            </a:extLst>
          </p:cNvPr>
          <p:cNvSpPr>
            <a:spLocks noGrp="1"/>
          </p:cNvSpPr>
          <p:nvPr/>
        </p:nvSpPr>
        <p:spPr>
          <a:xfrm>
            <a:off x="462915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B 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2B3B09-127F-476B-9D5C-D200146279B2}"/>
              </a:ext>
            </a:extLst>
          </p:cNvPr>
          <p:cNvSpPr>
            <a:spLocks noGrp="1"/>
          </p:cNvSpPr>
          <p:nvPr/>
        </p:nvSpPr>
        <p:spPr>
          <a:xfrm>
            <a:off x="462915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30 個檔案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A0B9B6-6512-4471-BFE5-DD94DE9995BB}"/>
              </a:ext>
            </a:extLst>
          </p:cNvPr>
          <p:cNvSpPr>
            <a:spLocks noGrp="1"/>
          </p:cNvSpPr>
          <p:nvPr/>
        </p:nvSpPr>
        <p:spPr>
          <a:xfrm>
            <a:off x="462915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15 項差異 × 客戶／來源 OOTB</a:t>
            </a:r>
          </a:p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 + OOTBSource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61A02B5-3A68-449E-B5CA-F333A431F23C}"/>
              </a:ext>
            </a:extLst>
          </p:cNvPr>
          <p:cNvSpPr>
            <a:spLocks noGrp="1"/>
          </p:cNvSpPr>
          <p:nvPr/>
        </p:nvSpPr>
        <p:spPr>
          <a:xfrm>
            <a:off x="8077200" y="1666875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3CF653-118B-4CC7-BACA-FD0FB0ABD1FD}"/>
              </a:ext>
            </a:extLst>
          </p:cNvPr>
          <p:cNvSpPr>
            <a:spLocks noGrp="1"/>
          </p:cNvSpPr>
          <p:nvPr/>
        </p:nvSpPr>
        <p:spPr>
          <a:xfrm>
            <a:off x="8343900" y="1943100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C 類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16D25C-4B7B-4C18-B98E-86C07C1C3858}"/>
              </a:ext>
            </a:extLst>
          </p:cNvPr>
          <p:cNvSpPr>
            <a:spLocks noGrp="1"/>
          </p:cNvSpPr>
          <p:nvPr/>
        </p:nvSpPr>
        <p:spPr>
          <a:xfrm>
            <a:off x="8343900" y="247650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54 個檔案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BBEC64-CC59-402A-A8CF-32A7203F46E1}"/>
              </a:ext>
            </a:extLst>
          </p:cNvPr>
          <p:cNvSpPr>
            <a:spLocks noGrp="1"/>
          </p:cNvSpPr>
          <p:nvPr/>
        </p:nvSpPr>
        <p:spPr>
          <a:xfrm>
            <a:off x="8343900" y="3143250"/>
            <a:ext cx="28098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18 項差異 × 客戶／來源 OOTB／R38</a:t>
            </a:r>
          </a:p>
          <a:p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 + OOTBSource + OOTBR38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F6229A6-FB89-49C5-B02B-C3216ED4EDC6}"/>
              </a:ext>
            </a:extLst>
          </p:cNvPr>
          <p:cNvSpPr>
            <a:spLocks noGrp="1"/>
          </p:cNvSpPr>
          <p:nvPr/>
        </p:nvSpPr>
        <p:spPr>
          <a:xfrm>
            <a:off x="647700" y="5095875"/>
            <a:ext cx="10858500" cy="590550"/>
          </a:xfrm>
          <a:prstGeom prst="roundRect">
            <a:avLst>
              <a:gd name="adj" fmla="val 12903"/>
            </a:avLst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9D3D6B-8A17-48C0-A49B-9FFA4A8AA346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103822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 delivery：462 個檔案  |  delivery-manifest.json 保存每個交付檔案的 SHA-256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FB4A8C-9784-4A39-B392-806B6FCBA665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6/14</a:t>
            </a:r>
          </a:p>
        </p:txBody>
      </p:sp>
    </p:spTree>
    <p:extLst>
      <p:ext uri="{BB962C8B-B14F-4D97-AF65-F5344CB8AC3E}">
        <p14:creationId xmlns:p14="http://schemas.microsoft.com/office/powerpoint/2010/main" val="209987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A80C8FE-E007-42AE-9FDF-45226607E6D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整體升級架構與目前開發範圍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E2B312-A772-4C27-B83A-95BE65A037C0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左側為後續 Package／DB 升級工作流；右側為本階段已完成的 Core Tree 比較與交付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CB92230-2A8A-4137-A59B-2FBFF39DBF0D}"/>
              </a:ext>
            </a:extLst>
          </p:cNvPr>
          <p:cNvSpPr>
            <a:spLocks noGrp="1"/>
          </p:cNvSpPr>
          <p:nvPr/>
        </p:nvSpPr>
        <p:spPr>
          <a:xfrm>
            <a:off x="568325" y="1270575"/>
            <a:ext cx="6477000" cy="4524375"/>
          </a:xfrm>
          <a:prstGeom prst="roundRect">
            <a:avLst>
              <a:gd name="adj" fmla="val 1684"/>
            </a:avLst>
          </a:prstGeom>
          <a:solidFill>
            <a:srgbClr val="F7F9FA"/>
          </a:solidFill>
          <a:ln w="0">
            <a:solidFill>
              <a:srgbClr val="F7F9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64472B-28B1-4123-BDCF-77EF99C9B087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8A9AA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A9AA4"/>
                </a:solidFill>
                <a:latin typeface="Microsoft JhengHei"/>
                <a:ea typeface="Microsoft JhengHei"/>
                <a:cs typeface="Microsoft JhengHei"/>
              </a:rPr>
              <a:t>Package／DB 升級工作流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94A0F54-6511-4AE9-BC28-9D1D5A5B7192}"/>
              </a:ext>
            </a:extLst>
          </p:cNvPr>
          <p:cNvSpPr>
            <a:spLocks noGrp="1"/>
          </p:cNvSpPr>
          <p:nvPr/>
        </p:nvSpPr>
        <p:spPr>
          <a:xfrm>
            <a:off x="1095375" y="20478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0">
            <a:solidFill>
              <a:srgbClr val="DDEAF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0EDD6F-5450-45C4-83F0-4FF1CAA57457}"/>
              </a:ext>
            </a:extLst>
          </p:cNvPr>
          <p:cNvSpPr>
            <a:spLocks noGrp="1"/>
          </p:cNvSpPr>
          <p:nvPr/>
        </p:nvSpPr>
        <p:spPr>
          <a:xfrm>
            <a:off x="1209675" y="219075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重建客戶環境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75CB4E3-25DF-4758-95DF-3EA50C82D0B2}"/>
              </a:ext>
            </a:extLst>
          </p:cNvPr>
          <p:cNvSpPr>
            <a:spLocks noGrp="1"/>
          </p:cNvSpPr>
          <p:nvPr/>
        </p:nvSpPr>
        <p:spPr>
          <a:xfrm>
            <a:off x="1095375" y="290512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0">
            <a:solidFill>
              <a:srgbClr val="DDEAF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A50788-B258-40F5-956B-5BDE560ABDEC}"/>
              </a:ext>
            </a:extLst>
          </p:cNvPr>
          <p:cNvSpPr>
            <a:spLocks noGrp="1"/>
          </p:cNvSpPr>
          <p:nvPr/>
        </p:nvSpPr>
        <p:spPr>
          <a:xfrm>
            <a:off x="1209675" y="3048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產生客戶 Package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CDE3B94-1274-4E48-8F5E-90FFCE7A1747}"/>
              </a:ext>
            </a:extLst>
          </p:cNvPr>
          <p:cNvSpPr>
            <a:spLocks noGrp="1"/>
          </p:cNvSpPr>
          <p:nvPr/>
        </p:nvSpPr>
        <p:spPr>
          <a:xfrm>
            <a:off x="1095375" y="3762373"/>
            <a:ext cx="2095500" cy="552451"/>
          </a:xfrm>
          <a:prstGeom prst="roundRect">
            <a:avLst>
              <a:gd name="adj" fmla="val 13793"/>
            </a:avLst>
          </a:prstGeom>
          <a:solidFill>
            <a:srgbClr val="DDEAF2"/>
          </a:solidFill>
          <a:ln w="0">
            <a:solidFill>
              <a:srgbClr val="DDEAF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D534AC-E955-4EA9-A22F-A6DA62F2149C}"/>
              </a:ext>
            </a:extLst>
          </p:cNvPr>
          <p:cNvSpPr>
            <a:spLocks noGrp="1"/>
          </p:cNvSpPr>
          <p:nvPr/>
        </p:nvSpPr>
        <p:spPr>
          <a:xfrm>
            <a:off x="1219200" y="3765983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比較／產生升級</a:t>
            </a:r>
            <a:r>
              <a:rPr sz="1350" b="1" dirty="0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 Package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2025992-4E69-4252-BB66-628F48A05AC6}"/>
              </a:ext>
            </a:extLst>
          </p:cNvPr>
          <p:cNvSpPr>
            <a:spLocks noGrp="1"/>
          </p:cNvSpPr>
          <p:nvPr/>
        </p:nvSpPr>
        <p:spPr>
          <a:xfrm>
            <a:off x="3714750" y="20478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FFF1D8"/>
          </a:solidFill>
          <a:ln w="0">
            <a:solidFill>
              <a:srgbClr val="FFF1D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8C1DC2-76EE-473C-9DDA-949A0812334D}"/>
              </a:ext>
            </a:extLst>
          </p:cNvPr>
          <p:cNvSpPr>
            <a:spLocks noGrp="1"/>
          </p:cNvSpPr>
          <p:nvPr/>
        </p:nvSpPr>
        <p:spPr>
          <a:xfrm>
            <a:off x="3829050" y="219075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11SP5 → 11SP15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C017998-8532-444B-8459-E996A91CF143}"/>
              </a:ext>
            </a:extLst>
          </p:cNvPr>
          <p:cNvSpPr>
            <a:spLocks noGrp="1"/>
          </p:cNvSpPr>
          <p:nvPr/>
        </p:nvSpPr>
        <p:spPr>
          <a:xfrm>
            <a:off x="3714750" y="290512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FFF1D8"/>
          </a:solidFill>
          <a:ln w="0">
            <a:solidFill>
              <a:srgbClr val="FFF1D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F0D335-34FE-43F4-B2EC-EECC4CBBC101}"/>
              </a:ext>
            </a:extLst>
          </p:cNvPr>
          <p:cNvSpPr>
            <a:spLocks noGrp="1"/>
          </p:cNvSpPr>
          <p:nvPr/>
        </p:nvSpPr>
        <p:spPr>
          <a:xfrm>
            <a:off x="3829050" y="3048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11SP15 → 12SP18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9425B89-4F97-4FED-BA2D-8F43D72B21EF}"/>
              </a:ext>
            </a:extLst>
          </p:cNvPr>
          <p:cNvSpPr>
            <a:spLocks noGrp="1"/>
          </p:cNvSpPr>
          <p:nvPr/>
        </p:nvSpPr>
        <p:spPr>
          <a:xfrm>
            <a:off x="3714750" y="3762375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FFF1D8"/>
          </a:solidFill>
          <a:ln w="0">
            <a:solidFill>
              <a:srgbClr val="FFF1D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7F3E78-3DCB-483A-9959-F5983846C201}"/>
              </a:ext>
            </a:extLst>
          </p:cNvPr>
          <p:cNvSpPr>
            <a:spLocks noGrp="1"/>
          </p:cNvSpPr>
          <p:nvPr/>
        </p:nvSpPr>
        <p:spPr>
          <a:xfrm>
            <a:off x="3829050" y="390525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12SP18 → R38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1BB5C2B-316A-4BF3-BB6F-B54EB4988A89}"/>
              </a:ext>
            </a:extLst>
          </p:cNvPr>
          <p:cNvSpPr>
            <a:spLocks noGrp="1"/>
          </p:cNvSpPr>
          <p:nvPr/>
        </p:nvSpPr>
        <p:spPr>
          <a:xfrm>
            <a:off x="2714625" y="4953000"/>
            <a:ext cx="1666875" cy="495300"/>
          </a:xfrm>
          <a:prstGeom prst="roundRect">
            <a:avLst>
              <a:gd name="adj" fmla="val 15385"/>
            </a:avLst>
          </a:prstGeom>
          <a:solidFill>
            <a:srgbClr val="E6A23C"/>
          </a:solidFill>
          <a:ln w="0">
            <a:solidFill>
              <a:srgbClr val="E6A23C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A02B35-B24E-448A-A9CB-D84CA05EA84F}"/>
              </a:ext>
            </a:extLst>
          </p:cNvPr>
          <p:cNvSpPr>
            <a:spLocks noGrp="1"/>
          </p:cNvSpPr>
          <p:nvPr/>
        </p:nvSpPr>
        <p:spPr>
          <a:xfrm>
            <a:off x="2857500" y="5067300"/>
            <a:ext cx="13811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R38 DB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5641AB-0ECD-4C25-B617-39C40863CAB4}"/>
              </a:ext>
            </a:extLst>
          </p:cNvPr>
          <p:cNvSpPr>
            <a:spLocks noGrp="1"/>
          </p:cNvSpPr>
          <p:nvPr/>
        </p:nvSpPr>
        <p:spPr>
          <a:xfrm>
            <a:off x="809625" y="4400550"/>
            <a:ext cx="5619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每一跳須先完成 Package 產生、驗證、核准與執行確認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1D33A09-4778-4447-83CB-4C3A9F2C16A9}"/>
              </a:ext>
            </a:extLst>
          </p:cNvPr>
          <p:cNvSpPr>
            <a:spLocks noGrp="1"/>
          </p:cNvSpPr>
          <p:nvPr/>
        </p:nvSpPr>
        <p:spPr>
          <a:xfrm>
            <a:off x="7353300" y="1285875"/>
            <a:ext cx="4286250" cy="4524375"/>
          </a:xfrm>
          <a:prstGeom prst="roundRect">
            <a:avLst>
              <a:gd name="adj" fmla="val 1778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FA39B8-858C-470F-A51C-9F759141A4B0}"/>
              </a:ext>
            </a:extLst>
          </p:cNvPr>
          <p:cNvSpPr>
            <a:spLocks noGrp="1"/>
          </p:cNvSpPr>
          <p:nvPr/>
        </p:nvSpPr>
        <p:spPr>
          <a:xfrm>
            <a:off x="7639050" y="15049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本階段已完成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2E309B4-90F3-400C-9041-D5AE7C1C9DFF}"/>
              </a:ext>
            </a:extLst>
          </p:cNvPr>
          <p:cNvSpPr>
            <a:spLocks noGrp="1"/>
          </p:cNvSpPr>
          <p:nvPr/>
        </p:nvSpPr>
        <p:spPr>
          <a:xfrm>
            <a:off x="7962900" y="2095500"/>
            <a:ext cx="3048000" cy="742950"/>
          </a:xfrm>
          <a:prstGeom prst="roundRect">
            <a:avLst>
              <a:gd name="adj" fmla="val 12308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5C4A2D-4D56-48E5-91DF-BBDE04471FCA}"/>
              </a:ext>
            </a:extLst>
          </p:cNvPr>
          <p:cNvSpPr>
            <a:spLocks noGrp="1"/>
          </p:cNvSpPr>
          <p:nvPr/>
        </p:nvSpPr>
        <p:spPr>
          <a:xfrm>
            <a:off x="8134350" y="2266950"/>
            <a:ext cx="27051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客戶 Core Tree + R38 OOTB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952A85A-E9EF-4BEE-AFAC-26BD1DB94172}"/>
              </a:ext>
            </a:extLst>
          </p:cNvPr>
          <p:cNvSpPr>
            <a:spLocks noGrp="1"/>
          </p:cNvSpPr>
          <p:nvPr/>
        </p:nvSpPr>
        <p:spPr>
          <a:xfrm>
            <a:off x="7962900" y="3048000"/>
            <a:ext cx="3048000" cy="762000"/>
          </a:xfrm>
          <a:prstGeom prst="roundRect">
            <a:avLst>
              <a:gd name="adj" fmla="val 11111"/>
            </a:avLst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37D18D-4FE5-4731-9C0D-67317DFE0C92}"/>
              </a:ext>
            </a:extLst>
          </p:cNvPr>
          <p:cNvSpPr>
            <a:spLocks noGrp="1"/>
          </p:cNvSpPr>
          <p:nvPr/>
        </p:nvSpPr>
        <p:spPr>
          <a:xfrm>
            <a:off x="8096250" y="3181350"/>
            <a:ext cx="27813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比較及分類</a:t>
            </a:r>
            <a:r>
              <a:rPr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Core Tree</a:t>
            </a:r>
          </a:p>
          <a:p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A／B／C + Manual Review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8AA81C8-72B4-4641-BDE0-CFCE1B3093AC}"/>
              </a:ext>
            </a:extLst>
          </p:cNvPr>
          <p:cNvSpPr>
            <a:spLocks noGrp="1"/>
          </p:cNvSpPr>
          <p:nvPr/>
        </p:nvSpPr>
        <p:spPr>
          <a:xfrm>
            <a:off x="7962900" y="4114800"/>
            <a:ext cx="3048000" cy="762000"/>
          </a:xfrm>
          <a:prstGeom prst="roundRect">
            <a:avLst>
              <a:gd name="adj" fmla="val 12121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E1B1D4-2CC2-44FA-9754-7FC43B1CF97D}"/>
              </a:ext>
            </a:extLst>
          </p:cNvPr>
          <p:cNvSpPr>
            <a:spLocks noGrp="1"/>
          </p:cNvSpPr>
          <p:nvPr/>
        </p:nvSpPr>
        <p:spPr>
          <a:xfrm>
            <a:off x="8096250" y="4286250"/>
            <a:ext cx="27813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Completion receipt + A／B／C delivery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4B30A5-C090-44F6-8B2E-AED4C10B429F}"/>
              </a:ext>
            </a:extLst>
          </p:cNvPr>
          <p:cNvSpPr>
            <a:spLocks noGrp="1"/>
          </p:cNvSpPr>
          <p:nvPr/>
        </p:nvSpPr>
        <p:spPr>
          <a:xfrm>
            <a:off x="7658100" y="510540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與 Package／DB 分流準備，最終交付階段整合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A73314-1213-4AE9-8956-C76E6962AE30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2/14</a:t>
            </a:r>
          </a:p>
        </p:txBody>
      </p:sp>
    </p:spTree>
    <p:extLst>
      <p:ext uri="{BB962C8B-B14F-4D97-AF65-F5344CB8AC3E}">
        <p14:creationId xmlns:p14="http://schemas.microsoft.com/office/powerpoint/2010/main" val="580241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AE99F8C-56D5-4E23-8474-31BBFAC281A6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本階段完成的 Core Tree 比較程序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89A19-AB82-47A1-AC38-BAC33883DF3C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從目錄骨架、輸入證據到正式 A／B／C delivery，保留完整可追溯證據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EE59B43-E193-460C-805F-0E9766AA1E5F}"/>
              </a:ext>
            </a:extLst>
          </p:cNvPr>
          <p:cNvSpPr>
            <a:spLocks noGrp="1"/>
          </p:cNvSpPr>
          <p:nvPr/>
        </p:nvSpPr>
        <p:spPr>
          <a:xfrm>
            <a:off x="533400" y="2238375"/>
            <a:ext cx="1219200" cy="1190624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AAF364-1988-4E47-B404-6529D23DF387}"/>
              </a:ext>
            </a:extLst>
          </p:cNvPr>
          <p:cNvSpPr>
            <a:spLocks noGrp="1"/>
          </p:cNvSpPr>
          <p:nvPr/>
        </p:nvSpPr>
        <p:spPr>
          <a:xfrm>
            <a:off x="6477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6CA2A1-D15D-45E9-A4C8-D4EFB9F08090}"/>
              </a:ext>
            </a:extLst>
          </p:cNvPr>
          <p:cNvSpPr>
            <a:spLocks noGrp="1"/>
          </p:cNvSpPr>
          <p:nvPr/>
        </p:nvSpPr>
        <p:spPr>
          <a:xfrm>
            <a:off x="6286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目錄骨架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29C623-A0BA-4DE9-860B-3F866C236E7A}"/>
              </a:ext>
            </a:extLst>
          </p:cNvPr>
          <p:cNvSpPr>
            <a:spLocks noGrp="1"/>
          </p:cNvSpPr>
          <p:nvPr/>
        </p:nvSpPr>
        <p:spPr>
          <a:xfrm>
            <a:off x="17526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224E14-1C12-43F3-B5C7-2ABBD04CFF22}"/>
              </a:ext>
            </a:extLst>
          </p:cNvPr>
          <p:cNvSpPr>
            <a:spLocks noGrp="1"/>
          </p:cNvSpPr>
          <p:nvPr/>
        </p:nvSpPr>
        <p:spPr>
          <a:xfrm>
            <a:off x="1943100" y="2238374"/>
            <a:ext cx="1219200" cy="1190625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5C0BC0-639C-40E3-893A-8815ECC2678C}"/>
              </a:ext>
            </a:extLst>
          </p:cNvPr>
          <p:cNvSpPr>
            <a:spLocks noGrp="1"/>
          </p:cNvSpPr>
          <p:nvPr/>
        </p:nvSpPr>
        <p:spPr>
          <a:xfrm>
            <a:off x="20574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FD141E-F4C7-4997-ADDA-1D18C11FAA7E}"/>
              </a:ext>
            </a:extLst>
          </p:cNvPr>
          <p:cNvSpPr>
            <a:spLocks noGrp="1"/>
          </p:cNvSpPr>
          <p:nvPr/>
        </p:nvSpPr>
        <p:spPr>
          <a:xfrm>
            <a:off x="20383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三份</a:t>
            </a: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Tree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  <a:endParaRPr sz="1275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19F29B-257D-46B6-8657-31AF9395D2C6}"/>
              </a:ext>
            </a:extLst>
          </p:cNvPr>
          <p:cNvSpPr>
            <a:spLocks noGrp="1"/>
          </p:cNvSpPr>
          <p:nvPr/>
        </p:nvSpPr>
        <p:spPr>
          <a:xfrm>
            <a:off x="31623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4D51919-2F6E-4FB7-B9F7-CBC4E8EC4458}"/>
              </a:ext>
            </a:extLst>
          </p:cNvPr>
          <p:cNvSpPr>
            <a:spLocks noGrp="1"/>
          </p:cNvSpPr>
          <p:nvPr/>
        </p:nvSpPr>
        <p:spPr>
          <a:xfrm>
            <a:off x="3352800" y="2238374"/>
            <a:ext cx="1219200" cy="1190626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4B4AD8-A66D-4AAF-83B9-640B248B2446}"/>
              </a:ext>
            </a:extLst>
          </p:cNvPr>
          <p:cNvSpPr>
            <a:spLocks noGrp="1"/>
          </p:cNvSpPr>
          <p:nvPr/>
        </p:nvSpPr>
        <p:spPr>
          <a:xfrm>
            <a:off x="34671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F70319-5599-4739-A7B4-2447E38AA66C}"/>
              </a:ext>
            </a:extLst>
          </p:cNvPr>
          <p:cNvSpPr>
            <a:spLocks noGrp="1"/>
          </p:cNvSpPr>
          <p:nvPr/>
        </p:nvSpPr>
        <p:spPr>
          <a:xfrm>
            <a:off x="34480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Preview/Write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E79034-9F6C-41B7-9426-36F9FCA3A85E}"/>
              </a:ext>
            </a:extLst>
          </p:cNvPr>
          <p:cNvSpPr>
            <a:spLocks noGrp="1"/>
          </p:cNvSpPr>
          <p:nvPr/>
        </p:nvSpPr>
        <p:spPr>
          <a:xfrm>
            <a:off x="45720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9550702-BEEA-4435-83B8-A8BB3C5DB21A}"/>
              </a:ext>
            </a:extLst>
          </p:cNvPr>
          <p:cNvSpPr>
            <a:spLocks noGrp="1"/>
          </p:cNvSpPr>
          <p:nvPr/>
        </p:nvSpPr>
        <p:spPr>
          <a:xfrm>
            <a:off x="4762500" y="2238375"/>
            <a:ext cx="1219200" cy="1190624"/>
          </a:xfrm>
          <a:prstGeom prst="roundRect">
            <a:avLst>
              <a:gd name="adj" fmla="val 7843"/>
            </a:avLst>
          </a:prstGeom>
          <a:solidFill>
            <a:srgbClr val="2B6F9E"/>
          </a:solidFill>
          <a:ln w="0">
            <a:solidFill>
              <a:srgbClr val="2B6F9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92DF1E-F349-491A-91BA-CA154D26869A}"/>
              </a:ext>
            </a:extLst>
          </p:cNvPr>
          <p:cNvSpPr>
            <a:spLocks noGrp="1"/>
          </p:cNvSpPr>
          <p:nvPr/>
        </p:nvSpPr>
        <p:spPr>
          <a:xfrm>
            <a:off x="48768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5F1DDF-292D-48F6-978A-FA042D5E556E}"/>
              </a:ext>
            </a:extLst>
          </p:cNvPr>
          <p:cNvSpPr>
            <a:spLocks noGrp="1"/>
          </p:cNvSpPr>
          <p:nvPr/>
        </p:nvSpPr>
        <p:spPr>
          <a:xfrm>
            <a:off x="48577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正式案件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AD6CB4-A572-42A7-B18F-79FC6AED11FD}"/>
              </a:ext>
            </a:extLst>
          </p:cNvPr>
          <p:cNvSpPr>
            <a:spLocks noGrp="1"/>
          </p:cNvSpPr>
          <p:nvPr/>
        </p:nvSpPr>
        <p:spPr>
          <a:xfrm>
            <a:off x="59817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1B94741-A489-4218-8818-B7EC5830B558}"/>
              </a:ext>
            </a:extLst>
          </p:cNvPr>
          <p:cNvSpPr>
            <a:spLocks noGrp="1"/>
          </p:cNvSpPr>
          <p:nvPr/>
        </p:nvSpPr>
        <p:spPr>
          <a:xfrm>
            <a:off x="6172200" y="2238374"/>
            <a:ext cx="1219200" cy="1190623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15E5C9-7DB9-49F8-B8D5-EAD939FCC698}"/>
              </a:ext>
            </a:extLst>
          </p:cNvPr>
          <p:cNvSpPr>
            <a:spLocks noGrp="1"/>
          </p:cNvSpPr>
          <p:nvPr/>
        </p:nvSpPr>
        <p:spPr>
          <a:xfrm>
            <a:off x="62865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DBF16-27A8-4709-8A37-2968F348955E}"/>
              </a:ext>
            </a:extLst>
          </p:cNvPr>
          <p:cNvSpPr>
            <a:spLocks noGrp="1"/>
          </p:cNvSpPr>
          <p:nvPr/>
        </p:nvSpPr>
        <p:spPr>
          <a:xfrm>
            <a:off x="62674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與比較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B4E9D8-8B1B-452F-AA8E-9B03379E2CBF}"/>
              </a:ext>
            </a:extLst>
          </p:cNvPr>
          <p:cNvSpPr>
            <a:spLocks noGrp="1"/>
          </p:cNvSpPr>
          <p:nvPr/>
        </p:nvSpPr>
        <p:spPr>
          <a:xfrm>
            <a:off x="73914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7C9CA93-95B6-4A08-BF4E-1838EA5CF505}"/>
              </a:ext>
            </a:extLst>
          </p:cNvPr>
          <p:cNvSpPr>
            <a:spLocks noGrp="1"/>
          </p:cNvSpPr>
          <p:nvPr/>
        </p:nvSpPr>
        <p:spPr>
          <a:xfrm>
            <a:off x="7581900" y="2238375"/>
            <a:ext cx="1219200" cy="1190622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122718-AAFD-4BA6-9327-B177EFA2E401}"/>
              </a:ext>
            </a:extLst>
          </p:cNvPr>
          <p:cNvSpPr>
            <a:spLocks noGrp="1"/>
          </p:cNvSpPr>
          <p:nvPr/>
        </p:nvSpPr>
        <p:spPr>
          <a:xfrm>
            <a:off x="76962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EB92C4-4C05-41FD-BF99-4A9E3F4988BA}"/>
              </a:ext>
            </a:extLst>
          </p:cNvPr>
          <p:cNvSpPr>
            <a:spLocks noGrp="1"/>
          </p:cNvSpPr>
          <p:nvPr/>
        </p:nvSpPr>
        <p:spPr>
          <a:xfrm>
            <a:off x="76771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Manual Review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A3CC19-6593-40EA-91E5-7386E70C7127}"/>
              </a:ext>
            </a:extLst>
          </p:cNvPr>
          <p:cNvSpPr>
            <a:spLocks noGrp="1"/>
          </p:cNvSpPr>
          <p:nvPr/>
        </p:nvSpPr>
        <p:spPr>
          <a:xfrm>
            <a:off x="88011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CBAA4AF7-8239-4150-ACC6-6B057815C8CC}"/>
              </a:ext>
            </a:extLst>
          </p:cNvPr>
          <p:cNvSpPr>
            <a:spLocks noGrp="1"/>
          </p:cNvSpPr>
          <p:nvPr/>
        </p:nvSpPr>
        <p:spPr>
          <a:xfrm>
            <a:off x="8991600" y="2238375"/>
            <a:ext cx="1219200" cy="1133470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3A2E15-6145-44D6-9E3C-2C285902640C}"/>
              </a:ext>
            </a:extLst>
          </p:cNvPr>
          <p:cNvSpPr>
            <a:spLocks noGrp="1"/>
          </p:cNvSpPr>
          <p:nvPr/>
        </p:nvSpPr>
        <p:spPr>
          <a:xfrm>
            <a:off x="91059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28A234-CF3A-403A-9C18-5BDAC4FD23AC}"/>
              </a:ext>
            </a:extLst>
          </p:cNvPr>
          <p:cNvSpPr>
            <a:spLocks noGrp="1"/>
          </p:cNvSpPr>
          <p:nvPr/>
        </p:nvSpPr>
        <p:spPr>
          <a:xfrm>
            <a:off x="90868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Approval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Finalization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0BA698-1A50-414E-84A5-B86E2D3E109B}"/>
              </a:ext>
            </a:extLst>
          </p:cNvPr>
          <p:cNvSpPr>
            <a:spLocks noGrp="1"/>
          </p:cNvSpPr>
          <p:nvPr/>
        </p:nvSpPr>
        <p:spPr>
          <a:xfrm>
            <a:off x="10210800" y="2686050"/>
            <a:ext cx="190500" cy="57150"/>
          </a:xfrm>
          <a:prstGeom prst="rect">
            <a:avLst/>
          </a:prstGeom>
          <a:solidFill>
            <a:srgbClr val="D7E2E8"/>
          </a:solidFill>
          <a:ln w="0">
            <a:solidFill>
              <a:srgbClr val="D7E2E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0F89F36-7ED7-4548-BF62-E21DA4C2A67E}"/>
              </a:ext>
            </a:extLst>
          </p:cNvPr>
          <p:cNvSpPr>
            <a:spLocks noGrp="1"/>
          </p:cNvSpPr>
          <p:nvPr/>
        </p:nvSpPr>
        <p:spPr>
          <a:xfrm>
            <a:off x="10401300" y="2238374"/>
            <a:ext cx="1219200" cy="1133469"/>
          </a:xfrm>
          <a:prstGeom prst="roundRect">
            <a:avLst>
              <a:gd name="adj" fmla="val 7843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5C1E780-F3A1-448A-8E59-884879A4549E}"/>
              </a:ext>
            </a:extLst>
          </p:cNvPr>
          <p:cNvSpPr>
            <a:spLocks noGrp="1"/>
          </p:cNvSpPr>
          <p:nvPr/>
        </p:nvSpPr>
        <p:spPr>
          <a:xfrm>
            <a:off x="10515600" y="235267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FD88EC-60E1-4D8F-BF49-5CF733703BFF}"/>
              </a:ext>
            </a:extLst>
          </p:cNvPr>
          <p:cNvSpPr>
            <a:spLocks noGrp="1"/>
          </p:cNvSpPr>
          <p:nvPr/>
        </p:nvSpPr>
        <p:spPr>
          <a:xfrm>
            <a:off x="10496550" y="2667000"/>
            <a:ext cx="10287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A／B／C</a:t>
            </a:r>
          </a:p>
          <a:p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Delivery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7B69F1EB-EE31-4DF3-8D90-9BC0370B93DB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9906000" cy="1000125"/>
          </a:xfrm>
          <a:prstGeom prst="roundRect">
            <a:avLst>
              <a:gd name="adj" fmla="val 7619"/>
            </a:avLst>
          </a:prstGeom>
          <a:solidFill>
            <a:srgbClr val="FFF8EA"/>
          </a:solidFill>
          <a:ln w="0">
            <a:solidFill>
              <a:srgbClr val="FFF8E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768C493-B17D-40BF-82F2-706F635F14B8}"/>
              </a:ext>
            </a:extLst>
          </p:cNvPr>
          <p:cNvSpPr>
            <a:spLocks noGrp="1"/>
          </p:cNvSpPr>
          <p:nvPr/>
        </p:nvSpPr>
        <p:spPr>
          <a:xfrm>
            <a:off x="1476375" y="4162425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關鍵管制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765E5A4-66BF-495E-A853-7BBC749BDFD3}"/>
              </a:ext>
            </a:extLst>
          </p:cNvPr>
          <p:cNvSpPr>
            <a:spLocks noGrp="1"/>
          </p:cNvSpPr>
          <p:nvPr/>
        </p:nvSpPr>
        <p:spPr>
          <a:xfrm>
            <a:off x="3000375" y="416242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輸入 Tree 與 Evidence 唯讀；每次 comparison、completion、delivery 使用新目錄；history 只追加。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156D57A-F77D-414A-AB01-8ABECC984B5B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4/14</a:t>
            </a:r>
          </a:p>
        </p:txBody>
      </p:sp>
    </p:spTree>
    <p:extLst>
      <p:ext uri="{BB962C8B-B14F-4D97-AF65-F5344CB8AC3E}">
        <p14:creationId xmlns:p14="http://schemas.microsoft.com/office/powerpoint/2010/main" val="181676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2F64E1B-B1C1-47B2-8C57-DB14630CDC7D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目前開發成果與正式產出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02AB2B-4EB3-4D0B-9315-ABEE5A08742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芯洲案件完成 Core Tree comparison、review approval、finalization 與 delivery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3308D7C-D4CD-4AAB-8EC8-05F2273A0AD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3048000" cy="3714750"/>
          </a:xfrm>
          <a:prstGeom prst="roundRect">
            <a:avLst>
              <a:gd name="adj" fmla="val 2500"/>
            </a:avLst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942AE9-4BDE-4790-8203-56860CCC80A1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已完成關卡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9050A-319F-47BC-B52B-E417B43A82A7}"/>
              </a:ext>
            </a:extLst>
          </p:cNvPr>
          <p:cNvSpPr>
            <a:spLocks noGrp="1"/>
          </p:cNvSpPr>
          <p:nvPr/>
        </p:nvSpPr>
        <p:spPr>
          <a:xfrm>
            <a:off x="914400" y="2238375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E66132-90E4-44A4-A93F-6967F5A187DB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Comparison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C57577-44D7-43E8-B4A3-B34A2202F31D}"/>
              </a:ext>
            </a:extLst>
          </p:cNvPr>
          <p:cNvSpPr>
            <a:spLocks noGrp="1"/>
          </p:cNvSpPr>
          <p:nvPr/>
        </p:nvSpPr>
        <p:spPr>
          <a:xfrm>
            <a:off x="914400" y="3057525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Manual Review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DA9A17-1BA9-4BD9-B97E-3841D6C66109}"/>
              </a:ext>
            </a:extLst>
          </p:cNvPr>
          <p:cNvSpPr>
            <a:spLocks noGrp="1"/>
          </p:cNvSpPr>
          <p:nvPr/>
        </p:nvSpPr>
        <p:spPr>
          <a:xfrm>
            <a:off x="914400" y="3467100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Review approval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1A02F8-4FE0-403C-B651-B1FF9BAD0BBF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Finalization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F6E41E-8B6E-45C3-A216-C1971556A4C2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22383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A／B／C delivery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D58D278-BA76-403C-9BF2-2777AB1DCA97}"/>
              </a:ext>
            </a:extLst>
          </p:cNvPr>
          <p:cNvSpPr>
            <a:spLocks noGrp="1"/>
          </p:cNvSpPr>
          <p:nvPr/>
        </p:nvSpPr>
        <p:spPr>
          <a:xfrm>
            <a:off x="4095750" y="1381125"/>
            <a:ext cx="7429500" cy="3714750"/>
          </a:xfrm>
          <a:prstGeom prst="roundRect">
            <a:avLst>
              <a:gd name="adj" fmla="val 2051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4537FA-4B71-473A-92E8-48B440F9D71C}"/>
              </a:ext>
            </a:extLst>
          </p:cNvPr>
          <p:cNvSpPr>
            <a:spLocks noGrp="1"/>
          </p:cNvSpPr>
          <p:nvPr/>
        </p:nvSpPr>
        <p:spPr>
          <a:xfrm>
            <a:off x="4400550" y="16764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比較結果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0A8BDA-3155-45AC-ACBC-6751FD390CD6}"/>
              </a:ext>
            </a:extLst>
          </p:cNvPr>
          <p:cNvSpPr>
            <a:spLocks noGrp="1"/>
          </p:cNvSpPr>
          <p:nvPr/>
        </p:nvSpPr>
        <p:spPr>
          <a:xfrm>
            <a:off x="4400550" y="2333625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377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F62E3B-1530-432F-8E57-6E7DA026D0E3}"/>
              </a:ext>
            </a:extLst>
          </p:cNvPr>
          <p:cNvSpPr>
            <a:spLocks noGrp="1"/>
          </p:cNvSpPr>
          <p:nvPr/>
        </p:nvSpPr>
        <p:spPr>
          <a:xfrm>
            <a:off x="5448300" y="239077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 類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2EBCDD-30B4-48A3-9F57-54796A9A7469}"/>
              </a:ext>
            </a:extLst>
          </p:cNvPr>
          <p:cNvSpPr>
            <a:spLocks noGrp="1"/>
          </p:cNvSpPr>
          <p:nvPr/>
        </p:nvSpPr>
        <p:spPr>
          <a:xfrm>
            <a:off x="7591425" y="2333625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6F1C5A-B05A-42B3-95DF-276959B78178}"/>
              </a:ext>
            </a:extLst>
          </p:cNvPr>
          <p:cNvSpPr>
            <a:spLocks noGrp="1"/>
          </p:cNvSpPr>
          <p:nvPr/>
        </p:nvSpPr>
        <p:spPr>
          <a:xfrm>
            <a:off x="8639175" y="239077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B 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120632-C9B2-4704-B9BC-C5EF2187128A}"/>
              </a:ext>
            </a:extLst>
          </p:cNvPr>
          <p:cNvSpPr>
            <a:spLocks noGrp="1"/>
          </p:cNvSpPr>
          <p:nvPr/>
        </p:nvSpPr>
        <p:spPr>
          <a:xfrm>
            <a:off x="4400550" y="3238500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2E32EF-2155-4F20-9A9A-2CBFF18B982F}"/>
              </a:ext>
            </a:extLst>
          </p:cNvPr>
          <p:cNvSpPr>
            <a:spLocks noGrp="1"/>
          </p:cNvSpPr>
          <p:nvPr/>
        </p:nvSpPr>
        <p:spPr>
          <a:xfrm>
            <a:off x="5448300" y="32956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 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60EA12-5985-4C1C-985A-374A2F5CB5E9}"/>
              </a:ext>
            </a:extLst>
          </p:cNvPr>
          <p:cNvSpPr>
            <a:spLocks noGrp="1"/>
          </p:cNvSpPr>
          <p:nvPr/>
        </p:nvSpPr>
        <p:spPr>
          <a:xfrm>
            <a:off x="7591425" y="3238500"/>
            <a:ext cx="90487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A160FD-799D-4B9C-90D7-52F583B2164E}"/>
              </a:ext>
            </a:extLst>
          </p:cNvPr>
          <p:cNvSpPr>
            <a:spLocks noGrp="1"/>
          </p:cNvSpPr>
          <p:nvPr/>
        </p:nvSpPr>
        <p:spPr>
          <a:xfrm>
            <a:off x="8639175" y="32956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人工確認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9282C5-6150-4B68-8BDB-7BD65F006DE9}"/>
              </a:ext>
            </a:extLst>
          </p:cNvPr>
          <p:cNvSpPr>
            <a:spLocks noGrp="1"/>
          </p:cNvSpPr>
          <p:nvPr/>
        </p:nvSpPr>
        <p:spPr>
          <a:xfrm>
            <a:off x="4400550" y="42862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comparison attempt：1 筆  |  completion receipt：1 份  |  delivery：1 份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F16040-C513-407B-8A4A-A3C0E10DDED8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5/14</a:t>
            </a:r>
          </a:p>
        </p:txBody>
      </p:sp>
    </p:spTree>
    <p:extLst>
      <p:ext uri="{BB962C8B-B14F-4D97-AF65-F5344CB8AC3E}">
        <p14:creationId xmlns:p14="http://schemas.microsoft.com/office/powerpoint/2010/main" val="143271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312D1F7A-C8BC-4907-B82B-97741E55EB8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Core Tree 程序對照表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9B3EC4-9F57-4F6A-A3DF-E01C2575B14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程序、對應 Markdown、Codex Prompt 與主要產出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47D0AE-2D55-4D32-8A88-713F657E0A5A}"/>
              </a:ext>
            </a:extLst>
          </p:cNvPr>
          <p:cNvSpPr>
            <a:spLocks noGrp="1"/>
          </p:cNvSpPr>
          <p:nvPr/>
        </p:nvSpPr>
        <p:spPr>
          <a:xfrm>
            <a:off x="571500" y="1285875"/>
            <a:ext cx="523875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82DA64-F6A2-4A9C-A277-5C62D6E9C709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371475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順序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402014-335E-416A-ABF0-410DFCEBBBB5}"/>
              </a:ext>
            </a:extLst>
          </p:cNvPr>
          <p:cNvSpPr>
            <a:spLocks noGrp="1"/>
          </p:cNvSpPr>
          <p:nvPr/>
        </p:nvSpPr>
        <p:spPr>
          <a:xfrm>
            <a:off x="1143000" y="1285875"/>
            <a:ext cx="1714500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2326AF-9848-4DA3-8B01-6BB6D4D7FC4E}"/>
              </a:ext>
            </a:extLst>
          </p:cNvPr>
          <p:cNvSpPr>
            <a:spLocks noGrp="1"/>
          </p:cNvSpPr>
          <p:nvPr/>
        </p:nvSpPr>
        <p:spPr>
          <a:xfrm>
            <a:off x="1219200" y="1381125"/>
            <a:ext cx="15621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程序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554782-5ED2-4AFB-88AC-3657F43480CC}"/>
              </a:ext>
            </a:extLst>
          </p:cNvPr>
          <p:cNvSpPr>
            <a:spLocks noGrp="1"/>
          </p:cNvSpPr>
          <p:nvPr/>
        </p:nvSpPr>
        <p:spPr>
          <a:xfrm>
            <a:off x="3000375" y="1285875"/>
            <a:ext cx="2667000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6DCDE1-2000-4B4C-9F92-957D0FA15A18}"/>
              </a:ext>
            </a:extLst>
          </p:cNvPr>
          <p:cNvSpPr>
            <a:spLocks noGrp="1"/>
          </p:cNvSpPr>
          <p:nvPr/>
        </p:nvSpPr>
        <p:spPr>
          <a:xfrm>
            <a:off x="3076575" y="1381125"/>
            <a:ext cx="25146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對應 Markdown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442329-1464-4D9F-B4B9-8C25619C992D}"/>
              </a:ext>
            </a:extLst>
          </p:cNvPr>
          <p:cNvSpPr>
            <a:spLocks noGrp="1"/>
          </p:cNvSpPr>
          <p:nvPr/>
        </p:nvSpPr>
        <p:spPr>
          <a:xfrm>
            <a:off x="5810250" y="1285875"/>
            <a:ext cx="2905125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DCA8A3-912B-43DA-9AC3-A966D20E28A6}"/>
              </a:ext>
            </a:extLst>
          </p:cNvPr>
          <p:cNvSpPr>
            <a:spLocks noGrp="1"/>
          </p:cNvSpPr>
          <p:nvPr/>
        </p:nvSpPr>
        <p:spPr>
          <a:xfrm>
            <a:off x="5886450" y="1381125"/>
            <a:ext cx="2752725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Codex Prompt 範例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A749E6-2258-45BF-93E7-119C38C12797}"/>
              </a:ext>
            </a:extLst>
          </p:cNvPr>
          <p:cNvSpPr>
            <a:spLocks noGrp="1"/>
          </p:cNvSpPr>
          <p:nvPr/>
        </p:nvSpPr>
        <p:spPr>
          <a:xfrm>
            <a:off x="8858250" y="1285875"/>
            <a:ext cx="2476500" cy="400050"/>
          </a:xfrm>
          <a:prstGeom prst="rect">
            <a:avLst/>
          </a:prstGeom>
          <a:solidFill>
            <a:srgbClr val="123047"/>
          </a:solidFill>
          <a:ln w="0">
            <a:solidFill>
              <a:srgbClr val="12304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BF6F5D-334C-435C-9A28-F65444E7118D}"/>
              </a:ext>
            </a:extLst>
          </p:cNvPr>
          <p:cNvSpPr>
            <a:spLocks noGrp="1"/>
          </p:cNvSpPr>
          <p:nvPr/>
        </p:nvSpPr>
        <p:spPr>
          <a:xfrm>
            <a:off x="8934450" y="1381125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主要產出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0E2FD4-47DF-4B9B-A643-952A58D663F2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A80AB3-40C6-4196-BF72-E416EF9548D3}"/>
              </a:ext>
            </a:extLst>
          </p:cNvPr>
          <p:cNvSpPr>
            <a:spLocks noGrp="1"/>
          </p:cNvSpPr>
          <p:nvPr/>
        </p:nvSpPr>
        <p:spPr>
          <a:xfrm>
            <a:off x="647700" y="178117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F21544-8DAB-4E1F-9398-9A62CDEB3D64}"/>
              </a:ext>
            </a:extLst>
          </p:cNvPr>
          <p:cNvSpPr>
            <a:spLocks noGrp="1"/>
          </p:cNvSpPr>
          <p:nvPr/>
        </p:nvSpPr>
        <p:spPr>
          <a:xfrm>
            <a:off x="1219200" y="178117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建立目錄骨架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04B24B-8D56-413B-A152-3ACDD1C82469}"/>
              </a:ext>
            </a:extLst>
          </p:cNvPr>
          <p:cNvSpPr>
            <a:spLocks noGrp="1"/>
          </p:cNvSpPr>
          <p:nvPr/>
        </p:nvSpPr>
        <p:spPr>
          <a:xfrm>
            <a:off x="3076575" y="178117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codex-case-scaffold-prompt.md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A34375-D2CA-4760-8415-0A8E9B6E1AAE}"/>
              </a:ext>
            </a:extLst>
          </p:cNvPr>
          <p:cNvSpPr>
            <a:spLocks noGrp="1"/>
          </p:cNvSpPr>
          <p:nvPr/>
        </p:nvSpPr>
        <p:spPr>
          <a:xfrm>
            <a:off x="5886450" y="178117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DIRECTORY_SCAFFOLD_ONLY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87B78F-C6D7-45B0-961C-62F731A6C2BE}"/>
              </a:ext>
            </a:extLst>
          </p:cNvPr>
          <p:cNvSpPr>
            <a:spLocks noGrp="1"/>
          </p:cNvSpPr>
          <p:nvPr/>
        </p:nvSpPr>
        <p:spPr>
          <a:xfrm>
            <a:off x="8934450" y="178117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案件目錄與非正式範本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B37D19-5B8A-46B9-ACB0-BA9D7E8156BD}"/>
              </a:ext>
            </a:extLst>
          </p:cNvPr>
          <p:cNvSpPr>
            <a:spLocks noGrp="1"/>
          </p:cNvSpPr>
          <p:nvPr/>
        </p:nvSpPr>
        <p:spPr>
          <a:xfrm>
            <a:off x="571500" y="222885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8D28FB-4525-41BB-9386-CBBD5265A863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97E660-4687-43F4-98EF-B057D7BFE0DA}"/>
              </a:ext>
            </a:extLst>
          </p:cNvPr>
          <p:cNvSpPr>
            <a:spLocks noGrp="1"/>
          </p:cNvSpPr>
          <p:nvPr/>
        </p:nvSpPr>
        <p:spPr>
          <a:xfrm>
            <a:off x="1219200" y="232410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產生 Core Tree 輸入證據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63F4E0-260D-4F51-90EF-DB9C38277D63}"/>
              </a:ext>
            </a:extLst>
          </p:cNvPr>
          <p:cNvSpPr>
            <a:spLocks noGrp="1"/>
          </p:cNvSpPr>
          <p:nvPr/>
        </p:nvSpPr>
        <p:spPr>
          <a:xfrm>
            <a:off x="3076575" y="232410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codex-core-tree-evidence-prompt.md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08DB1D-62A0-4B5C-99B3-5619F7E2F9A3}"/>
              </a:ext>
            </a:extLst>
          </p:cNvPr>
          <p:cNvSpPr>
            <a:spLocks noGrp="1"/>
          </p:cNvSpPr>
          <p:nvPr/>
        </p:nvSpPr>
        <p:spPr>
          <a:xfrm>
            <a:off x="5886450" y="232410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EVIDENCE_PREVIEW → EVIDENCE_WRITE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A4268C-1170-4307-8D84-E9C2E3C3753F}"/>
              </a:ext>
            </a:extLst>
          </p:cNvPr>
          <p:cNvSpPr>
            <a:spLocks noGrp="1"/>
          </p:cNvSpPr>
          <p:nvPr/>
        </p:nvSpPr>
        <p:spPr>
          <a:xfrm>
            <a:off x="8934450" y="232410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三組 Evidence Set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77B563-F354-4D94-A21B-A6C6A57F0B0E}"/>
              </a:ext>
            </a:extLst>
          </p:cNvPr>
          <p:cNvSpPr>
            <a:spLocks noGrp="1"/>
          </p:cNvSpPr>
          <p:nvPr/>
        </p:nvSpPr>
        <p:spPr>
          <a:xfrm>
            <a:off x="571500" y="277177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3BADA8F-467B-4D4B-8D2E-EE2DE46B4709}"/>
              </a:ext>
            </a:extLst>
          </p:cNvPr>
          <p:cNvSpPr>
            <a:spLocks noGrp="1"/>
          </p:cNvSpPr>
          <p:nvPr/>
        </p:nvSpPr>
        <p:spPr>
          <a:xfrm>
            <a:off x="647700" y="286702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4F7CE9-CDAE-4219-8C2D-EB2012A571C5}"/>
              </a:ext>
            </a:extLst>
          </p:cNvPr>
          <p:cNvSpPr>
            <a:spLocks noGrp="1"/>
          </p:cNvSpPr>
          <p:nvPr/>
        </p:nvSpPr>
        <p:spPr>
          <a:xfrm>
            <a:off x="1219200" y="286702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建立正式 Core Tree 案件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A80B58-02E2-4006-8E1F-47577B86C876}"/>
              </a:ext>
            </a:extLst>
          </p:cNvPr>
          <p:cNvSpPr>
            <a:spLocks noGrp="1"/>
          </p:cNvSpPr>
          <p:nvPr/>
        </p:nvSpPr>
        <p:spPr>
          <a:xfrm>
            <a:off x="3076575" y="286702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codex-formal-case-creation-prompt.md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D4EE2F-D8CD-4187-A468-D497BAA00263}"/>
              </a:ext>
            </a:extLst>
          </p:cNvPr>
          <p:cNvSpPr>
            <a:spLocks noGrp="1"/>
          </p:cNvSpPr>
          <p:nvPr/>
        </p:nvSpPr>
        <p:spPr>
          <a:xfrm>
            <a:off x="5886450" y="286702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案件建立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ABA8F3-E18D-4C53-9F3B-2307BB0EF47E}"/>
              </a:ext>
            </a:extLst>
          </p:cNvPr>
          <p:cNvSpPr>
            <a:spLocks noGrp="1"/>
          </p:cNvSpPr>
          <p:nvPr/>
        </p:nvSpPr>
        <p:spPr>
          <a:xfrm>
            <a:off x="8934450" y="286702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aras-upgrade-case.json、GUID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AA64D8-0B8D-44A4-B4A1-7B242085C6F8}"/>
              </a:ext>
            </a:extLst>
          </p:cNvPr>
          <p:cNvSpPr>
            <a:spLocks noGrp="1"/>
          </p:cNvSpPr>
          <p:nvPr/>
        </p:nvSpPr>
        <p:spPr>
          <a:xfrm>
            <a:off x="571500" y="331470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C63D849-E141-4A81-8C8F-3033CA7F7EEB}"/>
              </a:ext>
            </a:extLst>
          </p:cNvPr>
          <p:cNvSpPr>
            <a:spLocks noGrp="1"/>
          </p:cNvSpPr>
          <p:nvPr/>
        </p:nvSpPr>
        <p:spPr>
          <a:xfrm>
            <a:off x="647700" y="340995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C2665CF-357F-4A0A-9466-03F54A6547C4}"/>
              </a:ext>
            </a:extLst>
          </p:cNvPr>
          <p:cNvSpPr>
            <a:spLocks noGrp="1"/>
          </p:cNvSpPr>
          <p:nvPr/>
        </p:nvSpPr>
        <p:spPr>
          <a:xfrm>
            <a:off x="1219200" y="340995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preflight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ED4E43-D5CE-4FD8-B74A-E515905E16EC}"/>
              </a:ext>
            </a:extLst>
          </p:cNvPr>
          <p:cNvSpPr>
            <a:spLocks noGrp="1"/>
          </p:cNvSpPr>
          <p:nvPr/>
        </p:nvSpPr>
        <p:spPr>
          <a:xfrm>
            <a:off x="3076575" y="34099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runbook.md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FED33A-B31A-477D-88D8-94E5D96280B7}"/>
              </a:ext>
            </a:extLst>
          </p:cNvPr>
          <p:cNvSpPr>
            <a:spLocks noGrp="1"/>
          </p:cNvSpPr>
          <p:nvPr/>
        </p:nvSpPr>
        <p:spPr>
          <a:xfrm>
            <a:off x="5886450" y="340995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執行前置檢查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322457-42DD-493B-9298-51FD61C0AA07}"/>
              </a:ext>
            </a:extLst>
          </p:cNvPr>
          <p:cNvSpPr>
            <a:spLocks noGrp="1"/>
          </p:cNvSpPr>
          <p:nvPr/>
        </p:nvSpPr>
        <p:spPr>
          <a:xfrm>
            <a:off x="8934450" y="340995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Ready／Blocked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EBEB964-DBDB-44AB-A2E2-A42AF3778C52}"/>
              </a:ext>
            </a:extLst>
          </p:cNvPr>
          <p:cNvSpPr>
            <a:spLocks noGrp="1"/>
          </p:cNvSpPr>
          <p:nvPr/>
        </p:nvSpPr>
        <p:spPr>
          <a:xfrm>
            <a:off x="571500" y="385762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C859980-D51B-47B3-8460-BCBC9B091C86}"/>
              </a:ext>
            </a:extLst>
          </p:cNvPr>
          <p:cNvSpPr>
            <a:spLocks noGrp="1"/>
          </p:cNvSpPr>
          <p:nvPr/>
        </p:nvSpPr>
        <p:spPr>
          <a:xfrm>
            <a:off x="647700" y="395287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8D390E5-010F-46A7-A732-5733345F89F4}"/>
              </a:ext>
            </a:extLst>
          </p:cNvPr>
          <p:cNvSpPr>
            <a:spLocks noGrp="1"/>
          </p:cNvSpPr>
          <p:nvPr/>
        </p:nvSpPr>
        <p:spPr>
          <a:xfrm>
            <a:off x="1219200" y="395287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 Core Tree 比較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4F044A-9586-4CF1-A2B9-91F13864DEF5}"/>
              </a:ext>
            </a:extLst>
          </p:cNvPr>
          <p:cNvSpPr>
            <a:spLocks noGrp="1"/>
          </p:cNvSpPr>
          <p:nvPr/>
        </p:nvSpPr>
        <p:spPr>
          <a:xfrm>
            <a:off x="3076575" y="395287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runbook.md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CBC57FF-B189-4DC9-AC7B-12B203000D02}"/>
              </a:ext>
            </a:extLst>
          </p:cNvPr>
          <p:cNvSpPr>
            <a:spLocks noGrp="1"/>
          </p:cNvSpPr>
          <p:nvPr/>
        </p:nvSpPr>
        <p:spPr>
          <a:xfrm>
            <a:off x="5886450" y="395287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 Core Tree 比較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4F7D99C-7386-44AC-892C-98D667A5012D}"/>
              </a:ext>
            </a:extLst>
          </p:cNvPr>
          <p:cNvSpPr>
            <a:spLocks noGrp="1"/>
          </p:cNvSpPr>
          <p:nvPr/>
        </p:nvSpPr>
        <p:spPr>
          <a:xfrm>
            <a:off x="8934450" y="395287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attempt、A／B／C、review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C8CBFEA-2DEE-4A45-9A55-BB3692082969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62E7189-54FF-4E07-8A30-1C33C3FB4049}"/>
              </a:ext>
            </a:extLst>
          </p:cNvPr>
          <p:cNvSpPr>
            <a:spLocks noGrp="1"/>
          </p:cNvSpPr>
          <p:nvPr/>
        </p:nvSpPr>
        <p:spPr>
          <a:xfrm>
            <a:off x="647700" y="449580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9252E07-2BE7-4A51-A1A4-B5FE602EA6D5}"/>
              </a:ext>
            </a:extLst>
          </p:cNvPr>
          <p:cNvSpPr>
            <a:spLocks noGrp="1"/>
          </p:cNvSpPr>
          <p:nvPr/>
        </p:nvSpPr>
        <p:spPr>
          <a:xfrm>
            <a:off x="1219200" y="449580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Review approval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7A8DD8D-2A5A-4E5F-A1CF-118DD0566738}"/>
              </a:ext>
            </a:extLst>
          </p:cNvPr>
          <p:cNvSpPr>
            <a:spLocks noGrp="1"/>
          </p:cNvSpPr>
          <p:nvPr/>
        </p:nvSpPr>
        <p:spPr>
          <a:xfrm>
            <a:off x="3076575" y="449580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manual-review-approval.md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F0E8FE5-8F28-43EB-8016-53CE8DAE7E42}"/>
              </a:ext>
            </a:extLst>
          </p:cNvPr>
          <p:cNvSpPr>
            <a:spLocks noGrp="1"/>
          </p:cNvSpPr>
          <p:nvPr/>
        </p:nvSpPr>
        <p:spPr>
          <a:xfrm>
            <a:off x="5886450" y="449580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進行 review approval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02BA941-C14C-4142-B841-F566719F3866}"/>
              </a:ext>
            </a:extLst>
          </p:cNvPr>
          <p:cNvSpPr>
            <a:spLocks noGrp="1"/>
          </p:cNvSpPr>
          <p:nvPr/>
        </p:nvSpPr>
        <p:spPr>
          <a:xfrm>
            <a:off x="8934450" y="449580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manual-review-approval.json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84258B2-C2C3-43EA-952C-C6A2A54C0EA4}"/>
              </a:ext>
            </a:extLst>
          </p:cNvPr>
          <p:cNvSpPr>
            <a:spLocks noGrp="1"/>
          </p:cNvSpPr>
          <p:nvPr/>
        </p:nvSpPr>
        <p:spPr>
          <a:xfrm>
            <a:off x="571500" y="4943475"/>
            <a:ext cx="1085850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F94F15E-DD2F-4AF3-959F-D2D1C672F4E9}"/>
              </a:ext>
            </a:extLst>
          </p:cNvPr>
          <p:cNvSpPr>
            <a:spLocks noGrp="1"/>
          </p:cNvSpPr>
          <p:nvPr/>
        </p:nvSpPr>
        <p:spPr>
          <a:xfrm>
            <a:off x="647700" y="5038725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C0523E7-78AF-43EA-AC1D-327F295F1CE2}"/>
              </a:ext>
            </a:extLst>
          </p:cNvPr>
          <p:cNvSpPr>
            <a:spLocks noGrp="1"/>
          </p:cNvSpPr>
          <p:nvPr/>
        </p:nvSpPr>
        <p:spPr>
          <a:xfrm>
            <a:off x="1219200" y="5038725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Comparison finalization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3E02D4-4C75-483F-B68F-1B153C59A3B3}"/>
              </a:ext>
            </a:extLst>
          </p:cNvPr>
          <p:cNvSpPr>
            <a:spLocks noGrp="1"/>
          </p:cNvSpPr>
          <p:nvPr/>
        </p:nvSpPr>
        <p:spPr>
          <a:xfrm>
            <a:off x="3076575" y="5038725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finalization.md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0D8292E-944A-48F9-8AD5-4205FA76136F}"/>
              </a:ext>
            </a:extLst>
          </p:cNvPr>
          <p:cNvSpPr>
            <a:spLocks noGrp="1"/>
          </p:cNvSpPr>
          <p:nvPr/>
        </p:nvSpPr>
        <p:spPr>
          <a:xfrm>
            <a:off x="5886450" y="5038725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進行 finalization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0DA5B2-C98A-4AAE-8C79-73100FF2C4FB}"/>
              </a:ext>
            </a:extLst>
          </p:cNvPr>
          <p:cNvSpPr>
            <a:spLocks noGrp="1"/>
          </p:cNvSpPr>
          <p:nvPr/>
        </p:nvSpPr>
        <p:spPr>
          <a:xfrm>
            <a:off x="8934450" y="5038725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completion-manifest.json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99A0904-8D8A-4038-97EE-65030EDFD8F0}"/>
              </a:ext>
            </a:extLst>
          </p:cNvPr>
          <p:cNvSpPr>
            <a:spLocks noGrp="1"/>
          </p:cNvSpPr>
          <p:nvPr/>
        </p:nvSpPr>
        <p:spPr>
          <a:xfrm>
            <a:off x="571500" y="5486400"/>
            <a:ext cx="10858500" cy="533400"/>
          </a:xfrm>
          <a:prstGeom prst="rect">
            <a:avLst/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F950CF9-3FFA-4BBE-ADB5-367D95A426F6}"/>
              </a:ext>
            </a:extLst>
          </p:cNvPr>
          <p:cNvSpPr>
            <a:spLocks noGrp="1"/>
          </p:cNvSpPr>
          <p:nvPr/>
        </p:nvSpPr>
        <p:spPr>
          <a:xfrm>
            <a:off x="647700" y="5581650"/>
            <a:ext cx="37147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F02A206-A864-4B37-B9B5-48DD51595306}"/>
              </a:ext>
            </a:extLst>
          </p:cNvPr>
          <p:cNvSpPr>
            <a:spLocks noGrp="1"/>
          </p:cNvSpPr>
          <p:nvPr/>
        </p:nvSpPr>
        <p:spPr>
          <a:xfrm>
            <a:off x="1219200" y="5581650"/>
            <a:ext cx="1562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建立正式 A／B／C delivery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DCFECF9-FD67-4834-9D8E-4ADFD5FC8C26}"/>
              </a:ext>
            </a:extLst>
          </p:cNvPr>
          <p:cNvSpPr>
            <a:spLocks noGrp="1"/>
          </p:cNvSpPr>
          <p:nvPr/>
        </p:nvSpPr>
        <p:spPr>
          <a:xfrm>
            <a:off x="3076575" y="5581650"/>
            <a:ext cx="25146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delivery.md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5268E38-8CE8-4800-8D72-086721F55DC0}"/>
              </a:ext>
            </a:extLst>
          </p:cNvPr>
          <p:cNvSpPr>
            <a:spLocks noGrp="1"/>
          </p:cNvSpPr>
          <p:nvPr/>
        </p:nvSpPr>
        <p:spPr>
          <a:xfrm>
            <a:off x="5886450" y="5581650"/>
            <a:ext cx="2752725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執行正式 --build-delivery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7223325-6ED2-419D-9D31-0595EA0FD0AD}"/>
              </a:ext>
            </a:extLst>
          </p:cNvPr>
          <p:cNvSpPr>
            <a:spLocks noGrp="1"/>
          </p:cNvSpPr>
          <p:nvPr/>
        </p:nvSpPr>
        <p:spPr>
          <a:xfrm>
            <a:off x="8934450" y="5581650"/>
            <a:ext cx="2324100" cy="3524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delivery-manifest.json 與交付檔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AB5DEC0-B0AB-4192-B868-C6C098339282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7/14</a:t>
            </a:r>
          </a:p>
        </p:txBody>
      </p:sp>
    </p:spTree>
    <p:extLst>
      <p:ext uri="{BB962C8B-B14F-4D97-AF65-F5344CB8AC3E}">
        <p14:creationId xmlns:p14="http://schemas.microsoft.com/office/powerpoint/2010/main" val="1688047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923DB94-FA6C-4066-91FC-0D897B40FD55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1：建立目錄骨架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F1DDC3-F6FD-496A-AE1E-A8260DD9484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對應文件：codex-case-scaffold-prompt.md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5C40D7E-849A-4A14-900C-CDD19451D65A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10706100" cy="409575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4E65E6-447F-424A-BB78-B790CC1B1004}"/>
              </a:ext>
            </a:extLst>
          </p:cNvPr>
          <p:cNvSpPr>
            <a:spLocks noGrp="1"/>
          </p:cNvSpPr>
          <p:nvPr/>
        </p:nvSpPr>
        <p:spPr>
          <a:xfrm>
            <a:off x="914400" y="15144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 codex-case-scaffold-prompt.md 建立案件目錄骨架。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95B190-D774-4C94-99C0-F846D3FDD9CD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3ED053-0F81-406C-AD28-0FB21275D312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客戶代號：芯洲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866AE4-4C03-46FD-8143-AB688D9CD2CD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案件目錄名稱：芯洲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16785B-0D58-4596-BEA2-B3BDF7453447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01CC59-E5F9-4BB9-A26E-E3B799323319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來源版本：11.0 SP9    來源版本短名稱：11sp9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5E1CB1-37A7-45B8-A305-088F4F7B1212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最終版本：R38        最終版本短名稱：r38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8CEBBA-C1C4-4C9B-8416-967B83FC23B4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B110EA-18EB-413D-ADAA-D86932A54953}"/>
              </a:ext>
            </a:extLst>
          </p:cNvPr>
          <p:cNvSpPr>
            <a:spLocks noGrp="1"/>
          </p:cNvSpPr>
          <p:nvPr/>
        </p:nvSpPr>
        <p:spPr>
          <a:xfrm>
            <a:off x="914400" y="32670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執行模式：DIRECTORY_SCAFFOLD_ONLY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580994-9CA6-4611-B297-5D332327236E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4BB2D2-891B-4D35-BCE4-E4A6F60F8CE5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只建立 Core Tree、Package／DB、案件管理目錄與非正式範本。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BCA062-B561-40AD-9270-C5C5B03EFEB2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不得建立 aras-upgrade-case.json 或 .orchestrator\history.jsonl。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64CAF0-F3D1-4322-BEF2-41D6FC961893}"/>
              </a:ext>
            </a:extLst>
          </p:cNvPr>
          <p:cNvSpPr>
            <a:spLocks noGrp="1"/>
          </p:cNvSpPr>
          <p:nvPr/>
        </p:nvSpPr>
        <p:spPr>
          <a:xfrm>
            <a:off x="914400" y="4143375"/>
            <a:ext cx="103632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不得執行 DB、Package Import、Core Tree preflight 或升級。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F640E6D8-4B7F-42B1-8FB2-702DFFDB1484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10706100" cy="428625"/>
          </a:xfrm>
          <a:prstGeom prst="roundRect">
            <a:avLst>
              <a:gd name="adj" fmla="val 17778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DF904A-06A0-4B1A-AB06-3FAC0C6632F1}"/>
              </a:ext>
            </a:extLst>
          </p:cNvPr>
          <p:cNvSpPr>
            <a:spLocks noGrp="1"/>
          </p:cNvSpPr>
          <p:nvPr/>
        </p:nvSpPr>
        <p:spPr>
          <a:xfrm>
            <a:off x="952500" y="5819775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主要產出：案件目錄、Core Tree／Evidence／Package／DB 目錄與非正式範本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C31A8D-8220-4062-9997-2FA11CE873E4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8/14</a:t>
            </a:r>
          </a:p>
        </p:txBody>
      </p:sp>
    </p:spTree>
    <p:extLst>
      <p:ext uri="{BB962C8B-B14F-4D97-AF65-F5344CB8AC3E}">
        <p14:creationId xmlns:p14="http://schemas.microsoft.com/office/powerpoint/2010/main" val="336307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25A22BF6-AD08-4466-9CAA-BC6750537A3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2–4：輸入、證據與正式案件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1E5600-CC20-4F5C-832E-1A0E8FF6405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依序完成 Core Tree 放置、Evidence Preview／Write、正式案件建立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4833A78-D1F8-432C-BD87-9071EF581CAB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5238750" cy="4238625"/>
          </a:xfrm>
          <a:prstGeom prst="roundRect">
            <a:avLst>
              <a:gd name="adj" fmla="val 1798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655463-0A4A-4FF4-870D-8D151A06E8DB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2. 複製 Core Tree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E4FFF70-950F-4C36-A547-BB18BD0E2839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4762500" cy="200025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DB87A6-2BAF-4ACB-BD53-06E1A60B3135}"/>
              </a:ext>
            </a:extLst>
          </p:cNvPr>
          <p:cNvSpPr>
            <a:spLocks noGrp="1"/>
          </p:cNvSpPr>
          <p:nvPr/>
        </p:nvSpPr>
        <p:spPr>
          <a:xfrm>
            <a:off x="1009650" y="213360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請由操作人員將三份 Core Tree 放入：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0800EB-C19E-47B0-B935-9C3FE375E766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EBB757-0B8C-43FD-AF2A-EEBB7B15F22A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...\customer-11sp9\tree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F5BE74-7970-4D84-AC84-9433D5E0F730}"/>
              </a:ext>
            </a:extLst>
          </p:cNvPr>
          <p:cNvSpPr>
            <a:spLocks noGrp="1"/>
          </p:cNvSpPr>
          <p:nvPr/>
        </p:nvSpPr>
        <p:spPr>
          <a:xfrm>
            <a:off x="1009650" y="279082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...\ootb-11sp9\tree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C79FEA-044F-4B26-82AF-FD4B54A75495}"/>
              </a:ext>
            </a:extLst>
          </p:cNvPr>
          <p:cNvSpPr>
            <a:spLocks noGrp="1"/>
          </p:cNvSpPr>
          <p:nvPr/>
        </p:nvSpPr>
        <p:spPr>
          <a:xfrm>
            <a:off x="1009650" y="300990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...\ootb-r38\tree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15EBDD-22C7-475C-8D99-B71BBB90A03D}"/>
              </a:ext>
            </a:extLst>
          </p:cNvPr>
          <p:cNvSpPr>
            <a:spLocks noGrp="1"/>
          </p:cNvSpPr>
          <p:nvPr/>
        </p:nvSpPr>
        <p:spPr>
          <a:xfrm>
            <a:off x="1009650" y="322897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36D61D-3F0C-4736-9211-5DDE642FD436}"/>
              </a:ext>
            </a:extLst>
          </p:cNvPr>
          <p:cNvSpPr>
            <a:spLocks noGrp="1"/>
          </p:cNvSpPr>
          <p:nvPr/>
        </p:nvSpPr>
        <p:spPr>
          <a:xfrm>
            <a:off x="1009650" y="3448050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只確認檔案放置結果。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B87CB9-F4F5-43E3-88EA-C3CF059EDBA7}"/>
              </a:ext>
            </a:extLst>
          </p:cNvPr>
          <p:cNvSpPr>
            <a:spLocks noGrp="1"/>
          </p:cNvSpPr>
          <p:nvPr/>
        </p:nvSpPr>
        <p:spPr>
          <a:xfrm>
            <a:off x="1009650" y="3667125"/>
            <a:ext cx="4419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不得由 Codex 自動複製、搬移、解析或修改 Tree。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D1DA9F-85F6-46D1-A6CC-887B0846D4A0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3–4. 證據處理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8AD4F4-3696-44B8-A4C6-ADFD93505E51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4667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執行模式：EVIDENCE_PREVIEW</a:t>
            </a:r>
          </a:p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確認預覽後：EVIDENCE_WRITE</a:t>
            </a:r>
          </a:p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只建立 Missing 的四份 Evidence 文件，不覆寫既有文件。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297357A-CE0A-4424-9A56-A547422CF09B}"/>
              </a:ext>
            </a:extLst>
          </p:cNvPr>
          <p:cNvSpPr>
            <a:spLocks noGrp="1"/>
          </p:cNvSpPr>
          <p:nvPr/>
        </p:nvSpPr>
        <p:spPr>
          <a:xfrm>
            <a:off x="6238875" y="1285875"/>
            <a:ext cx="5334000" cy="4238625"/>
          </a:xfrm>
          <a:prstGeom prst="roundRect">
            <a:avLst>
              <a:gd name="adj" fmla="val 1798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2E352B-36FA-447C-B818-C0095D49CD30}"/>
              </a:ext>
            </a:extLst>
          </p:cNvPr>
          <p:cNvSpPr>
            <a:spLocks noGrp="1"/>
          </p:cNvSpPr>
          <p:nvPr/>
        </p:nvSpPr>
        <p:spPr>
          <a:xfrm>
            <a:off x="6515100" y="15240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5. 正式案件建立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E569728-FC0C-4DCD-840E-0DC39254FBE4}"/>
              </a:ext>
            </a:extLst>
          </p:cNvPr>
          <p:cNvSpPr>
            <a:spLocks noGrp="1"/>
          </p:cNvSpPr>
          <p:nvPr/>
        </p:nvSpPr>
        <p:spPr>
          <a:xfrm>
            <a:off x="6496050" y="2000250"/>
            <a:ext cx="4819650" cy="2762250"/>
          </a:xfrm>
          <a:prstGeom prst="roundRect">
            <a:avLst>
              <a:gd name="adj" fmla="val 2759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143281-D481-40D8-BB01-D53039DDB69C}"/>
              </a:ext>
            </a:extLst>
          </p:cNvPr>
          <p:cNvSpPr>
            <a:spLocks noGrp="1"/>
          </p:cNvSpPr>
          <p:nvPr/>
        </p:nvSpPr>
        <p:spPr>
          <a:xfrm>
            <a:off x="6667500" y="213360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 codex-formal-case-creation-prompt.md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1F40C7-6508-4B1A-A212-EE9746F27B5E}"/>
              </a:ext>
            </a:extLst>
          </p:cNvPr>
          <p:cNvSpPr>
            <a:spLocks noGrp="1"/>
          </p:cNvSpPr>
          <p:nvPr/>
        </p:nvSpPr>
        <p:spPr>
          <a:xfrm>
            <a:off x="6667500" y="235267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建立正式 Core Tree 工作流案件。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7A3334-3BAC-455C-AD4E-626B4E0E7005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728513-28F7-44BA-BABB-356666A70A25}"/>
              </a:ext>
            </a:extLst>
          </p:cNvPr>
          <p:cNvSpPr>
            <a:spLocks noGrp="1"/>
          </p:cNvSpPr>
          <p:nvPr/>
        </p:nvSpPr>
        <p:spPr>
          <a:xfrm>
            <a:off x="6667500" y="279082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客戶代號：芯洲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E58634-3309-4C5E-85DF-EBAAA0598DD3}"/>
              </a:ext>
            </a:extLst>
          </p:cNvPr>
          <p:cNvSpPr>
            <a:spLocks noGrp="1"/>
          </p:cNvSpPr>
          <p:nvPr/>
        </p:nvSpPr>
        <p:spPr>
          <a:xfrm>
            <a:off x="6667500" y="300990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案件目錄名稱：芯洲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C212DD-A4AB-4586-9C67-F9BC1F29EC29}"/>
              </a:ext>
            </a:extLst>
          </p:cNvPr>
          <p:cNvSpPr>
            <a:spLocks noGrp="1"/>
          </p:cNvSpPr>
          <p:nvPr/>
        </p:nvSpPr>
        <p:spPr>
          <a:xfrm>
            <a:off x="6667500" y="322897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FB680FE-1BB1-4670-AFF1-0FA01E3841F5}"/>
              </a:ext>
            </a:extLst>
          </p:cNvPr>
          <p:cNvSpPr>
            <a:spLocks noGrp="1"/>
          </p:cNvSpPr>
          <p:nvPr/>
        </p:nvSpPr>
        <p:spPr>
          <a:xfrm>
            <a:off x="6667500" y="344805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來源版本：11.0 SP9 / 11sp9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0397E6-0519-4FD4-8856-8CD09A8E5510}"/>
              </a:ext>
            </a:extLst>
          </p:cNvPr>
          <p:cNvSpPr>
            <a:spLocks noGrp="1"/>
          </p:cNvSpPr>
          <p:nvPr/>
        </p:nvSpPr>
        <p:spPr>
          <a:xfrm>
            <a:off x="6667500" y="366712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最終版本：R38 / r38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60F04F-CEFA-4B83-A9E3-69E267175E48}"/>
              </a:ext>
            </a:extLst>
          </p:cNvPr>
          <p:cNvSpPr>
            <a:spLocks noGrp="1"/>
          </p:cNvSpPr>
          <p:nvPr/>
        </p:nvSpPr>
        <p:spPr>
          <a:xfrm>
            <a:off x="6667500" y="388620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DC1956-C7A1-4208-B319-F72E027B06D5}"/>
              </a:ext>
            </a:extLst>
          </p:cNvPr>
          <p:cNvSpPr>
            <a:spLocks noGrp="1"/>
          </p:cNvSpPr>
          <p:nvPr/>
        </p:nvSpPr>
        <p:spPr>
          <a:xfrm>
            <a:off x="6667500" y="4105275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D950987-BAB0-465B-9AD9-D53C3CCA34E8}"/>
              </a:ext>
            </a:extLst>
          </p:cNvPr>
          <p:cNvSpPr>
            <a:spLocks noGrp="1"/>
          </p:cNvSpPr>
          <p:nvPr/>
        </p:nvSpPr>
        <p:spPr>
          <a:xfrm>
            <a:off x="6667500" y="4324350"/>
            <a:ext cx="44767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案件建立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966BEF-6817-4879-A9DD-AE0FD20282A1}"/>
              </a:ext>
            </a:extLst>
          </p:cNvPr>
          <p:cNvSpPr>
            <a:spLocks noGrp="1"/>
          </p:cNvSpPr>
          <p:nvPr/>
        </p:nvSpPr>
        <p:spPr>
          <a:xfrm>
            <a:off x="6515100" y="500062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正式能力：--create-core-tree-case；不得手工建立或編輯 aras-upgrade-case.json。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F956E1-3211-49C8-8074-C7B3CC103B88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9/14</a:t>
            </a:r>
          </a:p>
        </p:txBody>
      </p:sp>
    </p:spTree>
    <p:extLst>
      <p:ext uri="{BB962C8B-B14F-4D97-AF65-F5344CB8AC3E}">
        <p14:creationId xmlns:p14="http://schemas.microsoft.com/office/powerpoint/2010/main" val="113280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0D761A77-1270-4A01-B695-BB0BB6A94D2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6：Core Tree 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1CB8D3-2EFF-4964-A7C1-DB86C458A93A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對應文件：runbook.md；正式比較前必須通過唯讀 preflight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E902AE6-AD56-4F53-BD2B-D093D35FD68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3476625"/>
          </a:xfrm>
          <a:prstGeom prst="roundRect">
            <a:avLst>
              <a:gd name="adj" fmla="val 2192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D7CF5A-83C6-4069-ADBB-36AEF756D977}"/>
              </a:ext>
            </a:extLst>
          </p:cNvPr>
          <p:cNvSpPr>
            <a:spLocks noGrp="1"/>
          </p:cNvSpPr>
          <p:nvPr/>
        </p:nvSpPr>
        <p:spPr>
          <a:xfrm>
            <a:off x="1028700" y="17049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請依正式案件清單執行 Core Tree 比較。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4B480A-71C5-4C9C-BAE9-49D2C35387E6}"/>
              </a:ext>
            </a:extLst>
          </p:cNvPr>
          <p:cNvSpPr>
            <a:spLocks noGrp="1"/>
          </p:cNvSpPr>
          <p:nvPr/>
        </p:nvSpPr>
        <p:spPr>
          <a:xfrm>
            <a:off x="1028700" y="19240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C78A70-1A38-4962-926D-47CECF0A1BF3}"/>
              </a:ext>
            </a:extLst>
          </p:cNvPr>
          <p:cNvSpPr>
            <a:spLocks noGrp="1"/>
          </p:cNvSpPr>
          <p:nvPr/>
        </p:nvSpPr>
        <p:spPr>
          <a:xfrm>
            <a:off x="1028700" y="21431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案件根目錄：K:\70.ArasUpgradeCases\芯洲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C5E3AE-33FB-4472-A0F6-892E2DABD5B4}"/>
              </a:ext>
            </a:extLst>
          </p:cNvPr>
          <p:cNvSpPr>
            <a:spLocks noGrp="1"/>
          </p:cNvSpPr>
          <p:nvPr/>
        </p:nvSpPr>
        <p:spPr>
          <a:xfrm>
            <a:off x="1028700" y="23622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案件識別：芯洲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FA5580-5675-430D-BE09-22E2A1042B23}"/>
              </a:ext>
            </a:extLst>
          </p:cNvPr>
          <p:cNvSpPr>
            <a:spLocks noGrp="1"/>
          </p:cNvSpPr>
          <p:nvPr/>
        </p:nvSpPr>
        <p:spPr>
          <a:xfrm>
            <a:off x="1028700" y="25812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03614D-B097-4860-8DD7-BEB59F3A3D69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5B94C-4789-49E2-B665-BE2606DCEA27}"/>
              </a:ext>
            </a:extLst>
          </p:cNvPr>
          <p:cNvSpPr>
            <a:spLocks noGrp="1"/>
          </p:cNvSpPr>
          <p:nvPr/>
        </p:nvSpPr>
        <p:spPr>
          <a:xfrm>
            <a:off x="1028700" y="30194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先執行唯讀 preflight；只有 Ready 才執行正式比較。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84E1CB-BD43-40CC-881E-B9E3B1D97564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使用新的 comparison attempt，不覆寫既有 attempt。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125B6A-0050-40C7-9043-B3E3FF1A5D15}"/>
              </a:ext>
            </a:extLst>
          </p:cNvPr>
          <p:cNvSpPr>
            <a:spLocks noGrp="1"/>
          </p:cNvSpPr>
          <p:nvPr/>
        </p:nvSpPr>
        <p:spPr>
          <a:xfrm>
            <a:off x="1028700" y="34575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不得修改三份輸入 Tree、Evidence 或 R38。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48DDA2-B6F5-4885-8833-1FB2CC5C8B46}"/>
              </a:ext>
            </a:extLst>
          </p:cNvPr>
          <p:cNvSpPr>
            <a:spLocks noGrp="1"/>
          </p:cNvSpPr>
          <p:nvPr/>
        </p:nvSpPr>
        <p:spPr>
          <a:xfrm>
            <a:off x="1028700" y="36766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不得執行 DB、Package Import 或升級。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63D7CE3-B482-4B51-9399-244C0C994B39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477500" cy="523875"/>
          </a:xfrm>
          <a:prstGeom prst="roundRect">
            <a:avLst>
              <a:gd name="adj" fmla="val 14545"/>
            </a:avLst>
          </a:prstGeom>
          <a:solidFill>
            <a:srgbClr val="FFF8EA"/>
          </a:solidFill>
          <a:ln w="0">
            <a:solidFill>
              <a:srgbClr val="FFF8E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B3E1-D406-43FA-82D6-0F3F9F4587B8}"/>
              </a:ext>
            </a:extLst>
          </p:cNvPr>
          <p:cNvSpPr>
            <a:spLocks noGrp="1"/>
          </p:cNvSpPr>
          <p:nvPr/>
        </p:nvSpPr>
        <p:spPr>
          <a:xfrm>
            <a:off x="1028700" y="5534025"/>
            <a:ext cx="101441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主要產出：preflight 結果、comparison attempt、A／B／C 分類、manual-reviews.json 與 append-only history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20E21E-8220-4048-81DD-05A358E4A873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10/14</a:t>
            </a:r>
          </a:p>
        </p:txBody>
      </p:sp>
    </p:spTree>
    <p:extLst>
      <p:ext uri="{BB962C8B-B14F-4D97-AF65-F5344CB8AC3E}">
        <p14:creationId xmlns:p14="http://schemas.microsoft.com/office/powerpoint/2010/main" val="53677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5E95084-EA79-4871-8DBA-A2638B03757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7–8：人工 Review、Approval 與 Finalization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12AD3B-B757-4321-800F-582AC698627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人工決策與正式收據分離，原 comparison attempt 永不覆寫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0D1C597-852C-4838-8DF7-E6329A6EE9EE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5238750" cy="4000500"/>
          </a:xfrm>
          <a:prstGeom prst="roundRect">
            <a:avLst>
              <a:gd name="adj" fmla="val 1905"/>
            </a:avLst>
          </a:prstGeom>
          <a:solidFill>
            <a:srgbClr val="F2F7F9"/>
          </a:solidFill>
          <a:ln w="0">
            <a:solidFill>
              <a:srgbClr val="F2F7F9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868BBF-1F82-4286-BE84-BA883990D68D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3810000" cy="2952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7. 人工更新 review register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2037611-DB7D-4B7C-A444-37CE4C14F63D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4829175" cy="2428875"/>
          </a:xfrm>
          <a:prstGeom prst="roundRect">
            <a:avLst>
              <a:gd name="adj" fmla="val 3137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680232-4D2D-49FF-A351-405DF0E36B58}"/>
              </a:ext>
            </a:extLst>
          </p:cNvPr>
          <p:cNvSpPr>
            <a:spLocks noGrp="1"/>
          </p:cNvSpPr>
          <p:nvPr/>
        </p:nvSpPr>
        <p:spPr>
          <a:xfrm>
            <a:off x="990600" y="222885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請由負責操作人員依 manual-reviews.json 檢視並手動更新：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53AA5F-4CC5-429C-8019-D3B39B5066E6}"/>
              </a:ext>
            </a:extLst>
          </p:cNvPr>
          <p:cNvSpPr>
            <a:spLocks noGrp="1"/>
          </p:cNvSpPr>
          <p:nvPr/>
        </p:nvSpPr>
        <p:spPr>
          <a:xfrm>
            <a:off x="990600" y="2447925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D55761-416B-4C95-B390-BB104B28281F}"/>
              </a:ext>
            </a:extLst>
          </p:cNvPr>
          <p:cNvSpPr>
            <a:spLocks noGrp="1"/>
          </p:cNvSpPr>
          <p:nvPr/>
        </p:nvSpPr>
        <p:spPr>
          <a:xfrm>
            <a:off x="990600" y="266700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...\core-tree\attempts\&lt;attempt-id&gt;\manual-review-register.md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53237A-FC05-436A-8195-B13ABA5CD6F5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C0C801-69C0-4C98-8F60-A5F33D7168F5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每筆 review 填入合法 Decision、Approver、ISO 8601 Approved at，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C7B025-ECED-45CC-AFD3-6634BD19CD13}"/>
              </a:ext>
            </a:extLst>
          </p:cNvPr>
          <p:cNvSpPr>
            <a:spLocks noGrp="1"/>
          </p:cNvSpPr>
          <p:nvPr/>
        </p:nvSpPr>
        <p:spPr>
          <a:xfrm>
            <a:off x="990600" y="3324225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並標示 Resolved。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A94519-0A92-4983-A2F0-E4BDF4C091EB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4486275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不得修改 Review ID、Relative path、Issue code 或 manual-reviews.json。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86A2F16-2789-46E3-AAC3-FC5C0A588C8E}"/>
              </a:ext>
            </a:extLst>
          </p:cNvPr>
          <p:cNvSpPr>
            <a:spLocks noGrp="1"/>
          </p:cNvSpPr>
          <p:nvPr/>
        </p:nvSpPr>
        <p:spPr>
          <a:xfrm>
            <a:off x="6238875" y="1381125"/>
            <a:ext cx="5334000" cy="4000500"/>
          </a:xfrm>
          <a:prstGeom prst="roundRect">
            <a:avLst>
              <a:gd name="adj" fmla="val 1905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895C04-C81C-4D17-8232-34EC5B8C94C7}"/>
              </a:ext>
            </a:extLst>
          </p:cNvPr>
          <p:cNvSpPr>
            <a:spLocks noGrp="1"/>
          </p:cNvSpPr>
          <p:nvPr/>
        </p:nvSpPr>
        <p:spPr>
          <a:xfrm>
            <a:off x="6515100" y="1638300"/>
            <a:ext cx="4095750" cy="2952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8. Review approval／finalization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2BBCAF-F634-4F47-A77B-68F13D9ADB47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4895850" cy="2000250"/>
          </a:xfrm>
          <a:prstGeom prst="roundRect">
            <a:avLst>
              <a:gd name="adj" fmla="val 3810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C42D43-A0C6-4267-B918-5DDA4E6BDC8C}"/>
              </a:ext>
            </a:extLst>
          </p:cNvPr>
          <p:cNvSpPr>
            <a:spLocks noGrp="1"/>
          </p:cNvSpPr>
          <p:nvPr/>
        </p:nvSpPr>
        <p:spPr>
          <a:xfrm>
            <a:off x="6629400" y="2228850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請對目前 comparison attempt 執行正式 review approval／finalization。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E63FDD2-EEB9-4330-A9E8-E8FC6099B80B}"/>
              </a:ext>
            </a:extLst>
          </p:cNvPr>
          <p:cNvSpPr>
            <a:spLocks noGrp="1"/>
          </p:cNvSpPr>
          <p:nvPr/>
        </p:nvSpPr>
        <p:spPr>
          <a:xfrm>
            <a:off x="6629400" y="2447925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70D074-2FEA-4465-95D0-4782118BD2DA}"/>
              </a:ext>
            </a:extLst>
          </p:cNvPr>
          <p:cNvSpPr>
            <a:spLocks noGrp="1"/>
          </p:cNvSpPr>
          <p:nvPr/>
        </p:nvSpPr>
        <p:spPr>
          <a:xfrm>
            <a:off x="6629400" y="2667000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所有 review row 必須為 Resolved 且 checksum 相符。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DED19D-B25A-4083-819B-ABE33FAA437E}"/>
              </a:ext>
            </a:extLst>
          </p:cNvPr>
          <p:cNvSpPr>
            <a:spLocks noGrp="1"/>
          </p:cNvSpPr>
          <p:nvPr/>
        </p:nvSpPr>
        <p:spPr>
          <a:xfrm>
            <a:off x="6629400" y="2886075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先使用 --approve-reviews，再使用 --finalize-comparison。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64438A-9D2E-4201-9DF3-70AEB9CAB70C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不得覆寫原始 attempt。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09D44DC-A0C3-4709-BCD9-86597E503929}"/>
              </a:ext>
            </a:extLst>
          </p:cNvPr>
          <p:cNvSpPr>
            <a:spLocks noGrp="1"/>
          </p:cNvSpPr>
          <p:nvPr/>
        </p:nvSpPr>
        <p:spPr>
          <a:xfrm>
            <a:off x="6629400" y="3324225"/>
            <a:ext cx="455295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不得手工建立 approval 或 completion receipt。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86C81B-E0D7-48E5-B6D6-E2B9330411D3}"/>
              </a:ext>
            </a:extLst>
          </p:cNvPr>
          <p:cNvSpPr>
            <a:spLocks noGrp="1"/>
          </p:cNvSpPr>
          <p:nvPr/>
        </p:nvSpPr>
        <p:spPr>
          <a:xfrm>
            <a:off x="6515100" y="466725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主要產出：manual-review-approval.json、completion-manifest.json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09CCAB-F453-4D37-9E91-7CD93EB3C6E2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11/14</a:t>
            </a:r>
          </a:p>
        </p:txBody>
      </p:sp>
    </p:spTree>
    <p:extLst>
      <p:ext uri="{BB962C8B-B14F-4D97-AF65-F5344CB8AC3E}">
        <p14:creationId xmlns:p14="http://schemas.microsoft.com/office/powerpoint/2010/main" val="493420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6257F43-CFB1-4011-B0F4-FC1B82F616F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9：正式 A／B／C delivery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9800F1-1354-4DEE-B75A-20C7EF798123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對應文件：delivery.md；從已完成的 comparison completion receipt 建立新交付目錄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DEA4B5-EF52-4EFE-B2DB-F2410CB506AC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10477500" cy="3571875"/>
          </a:xfrm>
          <a:prstGeom prst="roundRect">
            <a:avLst>
              <a:gd name="adj" fmla="val 2133"/>
            </a:avLst>
          </a:prstGeom>
          <a:solidFill>
            <a:srgbClr val="F6F8FA"/>
          </a:solidFill>
          <a:ln w="0">
            <a:solidFill>
              <a:srgbClr val="F6F8F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CABD0F-BF08-46A6-B901-A27C73863508}"/>
              </a:ext>
            </a:extLst>
          </p:cNvPr>
          <p:cNvSpPr>
            <a:spLocks noGrp="1"/>
          </p:cNvSpPr>
          <p:nvPr/>
        </p:nvSpPr>
        <p:spPr>
          <a:xfrm>
            <a:off x="1028700" y="16097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請執行正式 --build-delivery，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7BF524-D744-4253-A890-515E3669B983}"/>
              </a:ext>
            </a:extLst>
          </p:cNvPr>
          <p:cNvSpPr>
            <a:spLocks noGrp="1"/>
          </p:cNvSpPr>
          <p:nvPr/>
        </p:nvSpPr>
        <p:spPr>
          <a:xfrm>
            <a:off x="1028700" y="18288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使用已完成的 comparison completion receipt 建立新的 Core Tree A／B／C delivery。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B330EA-7867-4D09-8650-C9878EE9D980}"/>
              </a:ext>
            </a:extLst>
          </p:cNvPr>
          <p:cNvSpPr>
            <a:spLocks noGrp="1"/>
          </p:cNvSpPr>
          <p:nvPr/>
        </p:nvSpPr>
        <p:spPr>
          <a:xfrm>
            <a:off x="1028700" y="20478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25B8FA-7DBE-40B0-871F-250DDE182840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要求：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3A10FC-1F7B-488D-9C1F-28F2EDF3867D}"/>
              </a:ext>
            </a:extLst>
          </p:cNvPr>
          <p:cNvSpPr>
            <a:spLocks noGrp="1"/>
          </p:cNvSpPr>
          <p:nvPr/>
        </p:nvSpPr>
        <p:spPr>
          <a:xfrm>
            <a:off x="1028700" y="24860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delivery output 必須是 core-tree\deliveries 下的新目錄；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5F21D-B5D5-4B01-BCCC-3F5796A9733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customer、source OOTB、target OOTB 與 Server 規則輸入保持 immutable；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04AADB-BF53-4E50-8598-566BD1EE8447}"/>
              </a:ext>
            </a:extLst>
          </p:cNvPr>
          <p:cNvSpPr>
            <a:spLocks noGrp="1"/>
          </p:cNvSpPr>
          <p:nvPr/>
        </p:nvSpPr>
        <p:spPr>
          <a:xfrm>
            <a:off x="1028700" y="292417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C 類只依 target path 改用交付檔名，原始 bytes 不轉換；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FA47E1-BFD6-4443-8A22-88AA61A8B2F4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不覆寫既有 delivery；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38FF34-FC21-4F2B-A0DF-A90CF37CBA77}"/>
              </a:ext>
            </a:extLst>
          </p:cNvPr>
          <p:cNvSpPr>
            <a:spLocks noGrp="1"/>
          </p:cNvSpPr>
          <p:nvPr/>
        </p:nvSpPr>
        <p:spPr>
          <a:xfrm>
            <a:off x="1028700" y="3362325"/>
            <a:ext cx="101346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不執行 DB、Package Import、Aras Export 或升級。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38F9975-EE86-4777-AEEC-A162336A4E2A}"/>
              </a:ext>
            </a:extLst>
          </p:cNvPr>
          <p:cNvSpPr>
            <a:spLocks noGrp="1"/>
          </p:cNvSpPr>
          <p:nvPr/>
        </p:nvSpPr>
        <p:spPr>
          <a:xfrm>
            <a:off x="857250" y="5429250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5C5470-BEF8-4C71-B275-637AB02C6A41}"/>
              </a:ext>
            </a:extLst>
          </p:cNvPr>
          <p:cNvSpPr>
            <a:spLocks noGrp="1"/>
          </p:cNvSpPr>
          <p:nvPr/>
        </p:nvSpPr>
        <p:spPr>
          <a:xfrm>
            <a:off x="1028700" y="5572125"/>
            <a:ext cx="1009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主要產出：A／B／C 交付目錄、delivery-manifest.json、檔案 SHA-256 與 delivery history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ED96A5-4D52-47B6-9515-54F995582F29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12/14</a:t>
            </a:r>
          </a:p>
        </p:txBody>
      </p:sp>
    </p:spTree>
    <p:extLst>
      <p:ext uri="{BB962C8B-B14F-4D97-AF65-F5344CB8AC3E}">
        <p14:creationId xmlns:p14="http://schemas.microsoft.com/office/powerpoint/2010/main" val="1863201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A4360AC-E4AC-4BFB-8837-2B5675A9DA0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10109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主管檢視重點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E38A73-8186-4FFF-A518-379139E985FC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目前已完成 Core Tree 工作流；Package／DB 升級維持獨立受控範圍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416AFFA-68F6-43C3-93F6-ECD205EC571C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5143500" cy="3667125"/>
          </a:xfrm>
          <a:prstGeom prst="roundRect">
            <a:avLst>
              <a:gd name="adj" fmla="val 2078"/>
            </a:avLst>
          </a:prstGeom>
          <a:solidFill>
            <a:srgbClr val="EEF8F7"/>
          </a:solidFill>
          <a:ln w="0">
            <a:solidFill>
              <a:srgbClr val="EEF8F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57A910-28BC-452B-9C7E-60EDAD49FBC8}"/>
              </a:ext>
            </a:extLst>
          </p:cNvPr>
          <p:cNvSpPr>
            <a:spLocks noGrp="1"/>
          </p:cNvSpPr>
          <p:nvPr/>
        </p:nvSpPr>
        <p:spPr>
          <a:xfrm>
            <a:off x="904875" y="17335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已具備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9E53DB-C227-4EBE-9F3D-74F22A465E2E}"/>
              </a:ext>
            </a:extLst>
          </p:cNvPr>
          <p:cNvSpPr>
            <a:spLocks noGrp="1"/>
          </p:cNvSpPr>
          <p:nvPr/>
        </p:nvSpPr>
        <p:spPr>
          <a:xfrm>
            <a:off x="904875" y="2333625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6ADAFC-AD04-47C3-84F5-6A6B4E0D8497}"/>
              </a:ext>
            </a:extLst>
          </p:cNvPr>
          <p:cNvSpPr>
            <a:spLocks noGrp="1"/>
          </p:cNvSpPr>
          <p:nvPr/>
        </p:nvSpPr>
        <p:spPr>
          <a:xfrm>
            <a:off x="1152525" y="2333625"/>
            <a:ext cx="4038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正式案件、Evidence、comparison 與 history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CD680E-3B51-43EE-BBA9-266EA07CF547}"/>
              </a:ext>
            </a:extLst>
          </p:cNvPr>
          <p:cNvSpPr>
            <a:spLocks noGrp="1"/>
          </p:cNvSpPr>
          <p:nvPr/>
        </p:nvSpPr>
        <p:spPr>
          <a:xfrm>
            <a:off x="904875" y="30480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8CD915-7620-4E0C-9981-22AB6A0BBC78}"/>
              </a:ext>
            </a:extLst>
          </p:cNvPr>
          <p:cNvSpPr>
            <a:spLocks noGrp="1"/>
          </p:cNvSpPr>
          <p:nvPr/>
        </p:nvSpPr>
        <p:spPr>
          <a:xfrm>
            <a:off x="1152525" y="3048000"/>
            <a:ext cx="4038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人工 review approval 與 completion receipt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65BCB9-5E43-4393-846E-BE3F82BCC95F}"/>
              </a:ext>
            </a:extLst>
          </p:cNvPr>
          <p:cNvSpPr>
            <a:spLocks noGrp="1"/>
          </p:cNvSpPr>
          <p:nvPr/>
        </p:nvSpPr>
        <p:spPr>
          <a:xfrm>
            <a:off x="904875" y="3762375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2A79E1-704B-4431-BB13-ED3E4706895D}"/>
              </a:ext>
            </a:extLst>
          </p:cNvPr>
          <p:cNvSpPr>
            <a:spLocks noGrp="1"/>
          </p:cNvSpPr>
          <p:nvPr/>
        </p:nvSpPr>
        <p:spPr>
          <a:xfrm>
            <a:off x="1152525" y="3762375"/>
            <a:ext cx="40386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可驗證 A／B／C delivery 與 checksum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32623BD-633C-41CC-BCC8-362A32917FFE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5381625" cy="3667125"/>
          </a:xfrm>
          <a:prstGeom prst="roundRect">
            <a:avLst>
              <a:gd name="adj" fmla="val 2078"/>
            </a:avLst>
          </a:prstGeom>
          <a:solidFill>
            <a:srgbClr val="FFF8EA"/>
          </a:solidFill>
          <a:ln w="0">
            <a:solidFill>
              <a:srgbClr val="FFF8EA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E23243-416D-40C9-9242-F7CE9FA42080}"/>
              </a:ext>
            </a:extLst>
          </p:cNvPr>
          <p:cNvSpPr>
            <a:spLocks noGrp="1"/>
          </p:cNvSpPr>
          <p:nvPr/>
        </p:nvSpPr>
        <p:spPr>
          <a:xfrm>
            <a:off x="6477000" y="17335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後續關卡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1A1E23-99C3-4791-90FB-5D56B1CFC715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18541D-4A3B-40D1-9476-D8118E4DB061}"/>
              </a:ext>
            </a:extLst>
          </p:cNvPr>
          <p:cNvSpPr>
            <a:spLocks noGrp="1"/>
          </p:cNvSpPr>
          <p:nvPr/>
        </p:nvSpPr>
        <p:spPr>
          <a:xfrm>
            <a:off x="6724650" y="2333625"/>
            <a:ext cx="42767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確認 Package／DB 跳點與官方 SOP／Support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24D97E-E8CB-4DCF-8F67-F24CA6E0C196}"/>
              </a:ext>
            </a:extLst>
          </p:cNvPr>
          <p:cNvSpPr>
            <a:spLocks noGrp="1"/>
          </p:cNvSpPr>
          <p:nvPr/>
        </p:nvSpPr>
        <p:spPr>
          <a:xfrm>
            <a:off x="6477000" y="30480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6EDF42-7524-45EA-BAB6-A6D91AF84693}"/>
              </a:ext>
            </a:extLst>
          </p:cNvPr>
          <p:cNvSpPr>
            <a:spLocks noGrp="1"/>
          </p:cNvSpPr>
          <p:nvPr/>
        </p:nvSpPr>
        <p:spPr>
          <a:xfrm>
            <a:off x="6724650" y="3048000"/>
            <a:ext cx="42767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每跳執行、登入驗證與 DB 備份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E4593C-BFDC-4D29-9405-F5AEBA9306BD}"/>
              </a:ext>
            </a:extLst>
          </p:cNvPr>
          <p:cNvSpPr>
            <a:spLocks noGrp="1"/>
          </p:cNvSpPr>
          <p:nvPr/>
        </p:nvSpPr>
        <p:spPr>
          <a:xfrm>
            <a:off x="6477000" y="3762375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BC2AA-73EC-40DE-A134-7516C362659E}"/>
              </a:ext>
            </a:extLst>
          </p:cNvPr>
          <p:cNvSpPr>
            <a:spLocks noGrp="1"/>
          </p:cNvSpPr>
          <p:nvPr/>
        </p:nvSpPr>
        <p:spPr>
          <a:xfrm>
            <a:off x="6724650" y="3762375"/>
            <a:ext cx="427672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整合 R38 DB 與 R38 Core Tree 的最終交付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32C2B5-1F14-4858-8C32-52B428ADB4F9}"/>
              </a:ext>
            </a:extLst>
          </p:cNvPr>
          <p:cNvSpPr>
            <a:spLocks noGrp="1"/>
          </p:cNvSpPr>
          <p:nvPr/>
        </p:nvSpPr>
        <p:spPr>
          <a:xfrm>
            <a:off x="590550" y="6515100"/>
            <a:ext cx="10953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13/14</a:t>
            </a:r>
          </a:p>
        </p:txBody>
      </p:sp>
    </p:spTree>
    <p:extLst>
      <p:ext uri="{BB962C8B-B14F-4D97-AF65-F5344CB8AC3E}">
        <p14:creationId xmlns:p14="http://schemas.microsoft.com/office/powerpoint/2010/main" val="660010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795DC-C46C-4241-A734-3B17622186DA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5715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本階段結論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1C5D3-23AF-48A8-876F-310FA56FB2EF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rPr>
              <a:t>Core Tree 比較程序已形成可追溯、可核驗的正式交付能力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A0B318-C7AF-49EC-BB5B-4CCE76CFCC05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0477500" cy="1143000"/>
          </a:xfrm>
          <a:prstGeom prst="roundRect">
            <a:avLst>
              <a:gd name="adj" fmla="val 6667"/>
            </a:avLst>
          </a:prstGeom>
          <a:solidFill>
            <a:srgbClr val="2D8C87"/>
          </a:solidFill>
          <a:ln w="0">
            <a:solidFill>
              <a:srgbClr val="2D8C87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AC83F5-EFD2-440D-AEAD-241A5C108B18}"/>
              </a:ext>
            </a:extLst>
          </p:cNvPr>
          <p:cNvSpPr>
            <a:spLocks noGrp="1"/>
          </p:cNvSpPr>
          <p:nvPr/>
        </p:nvSpPr>
        <p:spPr>
          <a:xfrm>
            <a:off x="1028700" y="3333750"/>
            <a:ext cx="9982200" cy="3143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正式鏈結：Evidence → Preflight → Comparison → Review approval → Finalization → A／B／C delivery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78455B-1302-4E69-A395-E9DF3D948DED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下一階段：依相同治理原則展開 Package／DB 升級跳點流程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F876C5-47C9-43BB-8EB6-1EC205F1A5EA}"/>
              </a:ext>
            </a:extLst>
          </p:cNvPr>
          <p:cNvSpPr>
            <a:spLocks noGrp="1"/>
          </p:cNvSpPr>
          <p:nvPr/>
        </p:nvSpPr>
        <p:spPr>
          <a:xfrm>
            <a:off x="781050" y="57721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BCO\Kenny、Benjamin</a:t>
            </a:r>
          </a:p>
        </p:txBody>
      </p:sp>
    </p:spTree>
    <p:extLst>
      <p:ext uri="{BB962C8B-B14F-4D97-AF65-F5344CB8AC3E}">
        <p14:creationId xmlns:p14="http://schemas.microsoft.com/office/powerpoint/2010/main" val="20866002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DocSecurity>0</DocSecurity>
  <PresentationFormat>寬螢幕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chang kenny</cp:lastModifiedBy>
  <cp:revision>1</cp:revision>
  <dcterms:created xsi:type="dcterms:W3CDTF">2026-09-07T04:03:16Z</dcterms:created>
  <dcterms:modified xsi:type="dcterms:W3CDTF">2026-09-07T04:17:33Z</dcterms:modified>
</cp:coreProperties>
</file>